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52"/>
  </p:notesMasterIdLst>
  <p:handoutMasterIdLst>
    <p:handoutMasterId r:id="rId53"/>
  </p:handoutMasterIdLst>
  <p:sldIdLst>
    <p:sldId id="621" r:id="rId2"/>
    <p:sldId id="265" r:id="rId3"/>
    <p:sldId id="646" r:id="rId4"/>
    <p:sldId id="623" r:id="rId5"/>
    <p:sldId id="277" r:id="rId6"/>
    <p:sldId id="624" r:id="rId7"/>
    <p:sldId id="647" r:id="rId8"/>
    <p:sldId id="650" r:id="rId9"/>
    <p:sldId id="663" r:id="rId10"/>
    <p:sldId id="282" r:id="rId11"/>
    <p:sldId id="651" r:id="rId12"/>
    <p:sldId id="360" r:id="rId13"/>
    <p:sldId id="278" r:id="rId14"/>
    <p:sldId id="641" r:id="rId15"/>
    <p:sldId id="645" r:id="rId16"/>
    <p:sldId id="652" r:id="rId17"/>
    <p:sldId id="285" r:id="rId18"/>
    <p:sldId id="653" r:id="rId19"/>
    <p:sldId id="340" r:id="rId20"/>
    <p:sldId id="318" r:id="rId21"/>
    <p:sldId id="287" r:id="rId22"/>
    <p:sldId id="288" r:id="rId23"/>
    <p:sldId id="290" r:id="rId24"/>
    <p:sldId id="631" r:id="rId25"/>
    <p:sldId id="625" r:id="rId26"/>
    <p:sldId id="642" r:id="rId27"/>
    <p:sldId id="654" r:id="rId28"/>
    <p:sldId id="321" r:id="rId29"/>
    <p:sldId id="341" r:id="rId30"/>
    <p:sldId id="342" r:id="rId31"/>
    <p:sldId id="343" r:id="rId32"/>
    <p:sldId id="655" r:id="rId33"/>
    <p:sldId id="344" r:id="rId34"/>
    <p:sldId id="345" r:id="rId35"/>
    <p:sldId id="346" r:id="rId36"/>
    <p:sldId id="657" r:id="rId37"/>
    <p:sldId id="348" r:id="rId38"/>
    <p:sldId id="633" r:id="rId39"/>
    <p:sldId id="634" r:id="rId40"/>
    <p:sldId id="635" r:id="rId41"/>
    <p:sldId id="636" r:id="rId42"/>
    <p:sldId id="637" r:id="rId43"/>
    <p:sldId id="630" r:id="rId44"/>
    <p:sldId id="468" r:id="rId45"/>
    <p:sldId id="477" r:id="rId46"/>
    <p:sldId id="632" r:id="rId47"/>
    <p:sldId id="660" r:id="rId48"/>
    <p:sldId id="659" r:id="rId49"/>
    <p:sldId id="662" r:id="rId50"/>
    <p:sldId id="664" r:id="rId51"/>
  </p:sldIdLst>
  <p:sldSz cx="9144000" cy="5143500" type="screen16x9"/>
  <p:notesSz cx="10058400" cy="7772400"/>
  <p:defaultTextStyle>
    <a:defPPr>
      <a:defRPr lang="en-US"/>
    </a:defPPr>
    <a:lvl1pPr marL="0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66261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32522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98783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65045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831306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97567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63827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930089" algn="l" defTabSz="732522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6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  <a:srgbClr val="00CC00"/>
    <a:srgbClr val="FFFFFF"/>
    <a:srgbClr val="FFE269"/>
    <a:srgbClr val="FFCC00"/>
    <a:srgbClr val="FF2600"/>
    <a:srgbClr val="FF9300"/>
    <a:srgbClr val="3EB049"/>
    <a:srgbClr val="97E1B0"/>
    <a:srgbClr val="91EB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38589C6-EB93-47F3-927F-292B7CDAEBC3}" v="19" dt="2026-07-13T04:57:12.3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94202" autoAdjust="0"/>
  </p:normalViewPr>
  <p:slideViewPr>
    <p:cSldViewPr>
      <p:cViewPr varScale="1">
        <p:scale>
          <a:sx n="92" d="100"/>
          <a:sy n="92" d="100"/>
        </p:scale>
        <p:origin x="776" y="44"/>
      </p:cViewPr>
      <p:guideLst>
        <p:guide orient="horz" pos="1906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ber Lim" userId="fa9da5a9-0323-48a9-9e93-10d42f103e5f" providerId="ADAL" clId="{3E8CA304-358B-4DB4-9DB0-088E4873AAAA}"/>
    <pc:docChg chg="undo redo custSel addSld delSld modSld sldOrd modMainMaster">
      <pc:chgData name="Amber Lim" userId="fa9da5a9-0323-48a9-9e93-10d42f103e5f" providerId="ADAL" clId="{3E8CA304-358B-4DB4-9DB0-088E4873AAAA}" dt="2026-07-13T04:58:26.973" v="9254" actId="255"/>
      <pc:docMkLst>
        <pc:docMk/>
      </pc:docMkLst>
      <pc:sldChg chg="delSp modSp mod">
        <pc:chgData name="Amber Lim" userId="fa9da5a9-0323-48a9-9e93-10d42f103e5f" providerId="ADAL" clId="{3E8CA304-358B-4DB4-9DB0-088E4873AAAA}" dt="2026-07-09T15:39:36.366" v="2577" actId="478"/>
        <pc:sldMkLst>
          <pc:docMk/>
          <pc:sldMk cId="0" sldId="265"/>
        </pc:sldMkLst>
        <pc:spChg chg="mod">
          <ac:chgData name="Amber Lim" userId="fa9da5a9-0323-48a9-9e93-10d42f103e5f" providerId="ADAL" clId="{3E8CA304-358B-4DB4-9DB0-088E4873AAAA}" dt="2026-07-07T16:16:26.762" v="55" actId="12"/>
          <ac:spMkLst>
            <pc:docMk/>
            <pc:sldMk cId="0" sldId="265"/>
            <ac:spMk id="19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15:56:17.945" v="2696" actId="12"/>
        <pc:sldMkLst>
          <pc:docMk/>
          <pc:sldMk cId="0" sldId="277"/>
        </pc:sldMkLst>
        <pc:spChg chg="add mod">
          <ac:chgData name="Amber Lim" userId="fa9da5a9-0323-48a9-9e93-10d42f103e5f" providerId="ADAL" clId="{3E8CA304-358B-4DB4-9DB0-088E4873AAAA}" dt="2026-07-10T15:56:17.945" v="2696" actId="12"/>
          <ac:spMkLst>
            <pc:docMk/>
            <pc:sldMk cId="0" sldId="277"/>
            <ac:spMk id="5" creationId="{20E516BB-28D9-A1B6-82FF-1EC8D2DAB364}"/>
          </ac:spMkLst>
        </pc:spChg>
        <pc:spChg chg="mod">
          <ac:chgData name="Amber Lim" userId="fa9da5a9-0323-48a9-9e93-10d42f103e5f" providerId="ADAL" clId="{3E8CA304-358B-4DB4-9DB0-088E4873AAAA}" dt="2026-07-10T15:55:08.228" v="2674" actId="14100"/>
          <ac:spMkLst>
            <pc:docMk/>
            <pc:sldMk cId="0" sldId="277"/>
            <ac:spMk id="26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15:55:49.511" v="2689" actId="1076"/>
          <ac:spMkLst>
            <pc:docMk/>
            <pc:sldMk cId="0" sldId="277"/>
            <ac:spMk id="27" creationId="{00000000-0000-0000-0000-000000000000}"/>
          </ac:spMkLst>
        </pc:spChg>
        <pc:picChg chg="mod">
          <ac:chgData name="Amber Lim" userId="fa9da5a9-0323-48a9-9e93-10d42f103e5f" providerId="ADAL" clId="{3E8CA304-358B-4DB4-9DB0-088E4873AAAA}" dt="2026-07-10T15:54:56.148" v="2671" actId="1076"/>
          <ac:picMkLst>
            <pc:docMk/>
            <pc:sldMk cId="0" sldId="277"/>
            <ac:picMk id="6" creationId="{00000000-0000-0000-0000-000000000000}"/>
          </ac:picMkLst>
        </pc:picChg>
      </pc:sldChg>
      <pc:sldChg chg="modSp ord">
        <pc:chgData name="Amber Lim" userId="fa9da5a9-0323-48a9-9e93-10d42f103e5f" providerId="ADAL" clId="{3E8CA304-358B-4DB4-9DB0-088E4873AAAA}" dt="2026-07-13T04:36:12.686" v="8710"/>
        <pc:sldMkLst>
          <pc:docMk/>
          <pc:sldMk cId="0" sldId="278"/>
        </pc:sldMkLst>
        <pc:spChg chg="mod">
          <ac:chgData name="Amber Lim" userId="fa9da5a9-0323-48a9-9e93-10d42f103e5f" providerId="ADAL" clId="{3E8CA304-358B-4DB4-9DB0-088E4873AAAA}" dt="2026-07-13T04:36:12.686" v="8710"/>
          <ac:spMkLst>
            <pc:docMk/>
            <pc:sldMk cId="0" sldId="278"/>
            <ac:spMk id="371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3T04:44:03.633" v="9126" actId="1076"/>
        <pc:sldMkLst>
          <pc:docMk/>
          <pc:sldMk cId="0" sldId="285"/>
        </pc:sldMkLst>
        <pc:spChg chg="add mod">
          <ac:chgData name="Amber Lim" userId="fa9da5a9-0323-48a9-9e93-10d42f103e5f" providerId="ADAL" clId="{3E8CA304-358B-4DB4-9DB0-088E4873AAAA}" dt="2026-07-13T04:44:03.633" v="9126" actId="1076"/>
          <ac:spMkLst>
            <pc:docMk/>
            <pc:sldMk cId="0" sldId="285"/>
            <ac:spMk id="2" creationId="{1F59A6A7-5BA8-A962-5D20-96A867F6EABD}"/>
          </ac:spMkLst>
        </pc:spChg>
        <pc:spChg chg="add mod">
          <ac:chgData name="Amber Lim" userId="fa9da5a9-0323-48a9-9e93-10d42f103e5f" providerId="ADAL" clId="{3E8CA304-358B-4DB4-9DB0-088E4873AAAA}" dt="2026-07-10T20:53:23.928" v="5662" actId="14861"/>
          <ac:spMkLst>
            <pc:docMk/>
            <pc:sldMk cId="0" sldId="285"/>
            <ac:spMk id="7" creationId="{02E5E659-4D6C-235C-2042-6C505A3DFAC4}"/>
          </ac:spMkLst>
        </pc:spChg>
      </pc:sldChg>
      <pc:sldChg chg="addSp delSp modSp mod">
        <pc:chgData name="Amber Lim" userId="fa9da5a9-0323-48a9-9e93-10d42f103e5f" providerId="ADAL" clId="{3E8CA304-358B-4DB4-9DB0-088E4873AAAA}" dt="2026-07-13T04:48:39.401" v="9221" actId="20577"/>
        <pc:sldMkLst>
          <pc:docMk/>
          <pc:sldMk cId="0" sldId="287"/>
        </pc:sldMkLst>
        <pc:spChg chg="add mod">
          <ac:chgData name="Amber Lim" userId="fa9da5a9-0323-48a9-9e93-10d42f103e5f" providerId="ADAL" clId="{3E8CA304-358B-4DB4-9DB0-088E4873AAAA}" dt="2026-07-10T20:53:49.468" v="5666" actId="14861"/>
          <ac:spMkLst>
            <pc:docMk/>
            <pc:sldMk cId="0" sldId="287"/>
            <ac:spMk id="5" creationId="{A7DBBEC4-20C2-64AE-E051-2E1E1C771D80}"/>
          </ac:spMkLst>
        </pc:spChg>
        <pc:spChg chg="mod">
          <ac:chgData name="Amber Lim" userId="fa9da5a9-0323-48a9-9e93-10d42f103e5f" providerId="ADAL" clId="{3E8CA304-358B-4DB4-9DB0-088E4873AAAA}" dt="2026-07-07T20:58:18.142" v="992" actId="20577"/>
          <ac:spMkLst>
            <pc:docMk/>
            <pc:sldMk cId="0" sldId="287"/>
            <ac:spMk id="35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3T04:48:39.401" v="9221" actId="20577"/>
          <ac:spMkLst>
            <pc:docMk/>
            <pc:sldMk cId="0" sldId="287"/>
            <ac:spMk id="42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21:01:21.684" v="5763" actId="478"/>
        <pc:sldMkLst>
          <pc:docMk/>
          <pc:sldMk cId="0" sldId="288"/>
        </pc:sldMkLst>
        <pc:spChg chg="add mod">
          <ac:chgData name="Amber Lim" userId="fa9da5a9-0323-48a9-9e93-10d42f103e5f" providerId="ADAL" clId="{3E8CA304-358B-4DB4-9DB0-088E4873AAAA}" dt="2026-07-10T20:55:10.178" v="5684" actId="14861"/>
          <ac:spMkLst>
            <pc:docMk/>
            <pc:sldMk cId="0" sldId="288"/>
            <ac:spMk id="5" creationId="{6B9FA87E-9028-BD65-549F-C0EACE273AD8}"/>
          </ac:spMkLst>
        </pc:spChg>
        <pc:spChg chg="mod">
          <ac:chgData name="Amber Lim" userId="fa9da5a9-0323-48a9-9e93-10d42f103e5f" providerId="ADAL" clId="{3E8CA304-358B-4DB4-9DB0-088E4873AAAA}" dt="2026-07-07T21:00:25.233" v="1045" actId="2711"/>
          <ac:spMkLst>
            <pc:docMk/>
            <pc:sldMk cId="0" sldId="288"/>
            <ac:spMk id="28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0:54:40.501" v="5683" actId="20577"/>
          <ac:spMkLst>
            <pc:docMk/>
            <pc:sldMk cId="0" sldId="288"/>
            <ac:spMk id="40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21:01:20.083" v="5762" actId="478"/>
        <pc:sldMkLst>
          <pc:docMk/>
          <pc:sldMk cId="0" sldId="290"/>
        </pc:sldMkLst>
        <pc:spChg chg="mod">
          <ac:chgData name="Amber Lim" userId="fa9da5a9-0323-48a9-9e93-10d42f103e5f" providerId="ADAL" clId="{3E8CA304-358B-4DB4-9DB0-088E4873AAAA}" dt="2026-07-07T21:01:28.060" v="1104" actId="20577"/>
          <ac:spMkLst>
            <pc:docMk/>
            <pc:sldMk cId="0" sldId="290"/>
            <ac:spMk id="5" creationId="{00000000-0000-0000-0000-000000000000}"/>
          </ac:spMkLst>
        </pc:spChg>
        <pc:spChg chg="add mod">
          <ac:chgData name="Amber Lim" userId="fa9da5a9-0323-48a9-9e93-10d42f103e5f" providerId="ADAL" clId="{3E8CA304-358B-4DB4-9DB0-088E4873AAAA}" dt="2026-07-10T20:59:55.858" v="5742" actId="14100"/>
          <ac:spMkLst>
            <pc:docMk/>
            <pc:sldMk cId="0" sldId="290"/>
            <ac:spMk id="6" creationId="{09354E9F-2E37-9ACB-EC81-D23A4B9476DC}"/>
          </ac:spMkLst>
        </pc:spChg>
        <pc:spChg chg="mod">
          <ac:chgData name="Amber Lim" userId="fa9da5a9-0323-48a9-9e93-10d42f103e5f" providerId="ADAL" clId="{3E8CA304-358B-4DB4-9DB0-088E4873AAAA}" dt="2026-07-10T20:58:38.460" v="5727" actId="242"/>
          <ac:spMkLst>
            <pc:docMk/>
            <pc:sldMk cId="0" sldId="290"/>
            <ac:spMk id="32" creationId="{00000000-0000-0000-0000-000000000000}"/>
          </ac:spMkLst>
        </pc:spChg>
      </pc:sldChg>
      <pc:sldChg chg="addSp delSp modSp mod modAnim">
        <pc:chgData name="Amber Lim" userId="fa9da5a9-0323-48a9-9e93-10d42f103e5f" providerId="ADAL" clId="{3E8CA304-358B-4DB4-9DB0-088E4873AAAA}" dt="2026-07-13T04:48:00.590" v="9172"/>
        <pc:sldMkLst>
          <pc:docMk/>
          <pc:sldMk cId="2275420797" sldId="318"/>
        </pc:sldMkLst>
        <pc:spChg chg="mod">
          <ac:chgData name="Amber Lim" userId="fa9da5a9-0323-48a9-9e93-10d42f103e5f" providerId="ADAL" clId="{3E8CA304-358B-4DB4-9DB0-088E4873AAAA}" dt="2026-07-07T20:55:37.247" v="778" actId="20577"/>
          <ac:spMkLst>
            <pc:docMk/>
            <pc:sldMk cId="2275420797" sldId="318"/>
            <ac:spMk id="5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0:51:42.434" v="5652" actId="1076"/>
          <ac:spMkLst>
            <pc:docMk/>
            <pc:sldMk cId="2275420797" sldId="318"/>
            <ac:spMk id="6" creationId="{CAEECD34-8599-83E7-98A4-2D4780909D3A}"/>
          </ac:spMkLst>
        </pc:spChg>
        <pc:spChg chg="add mod">
          <ac:chgData name="Amber Lim" userId="fa9da5a9-0323-48a9-9e93-10d42f103e5f" providerId="ADAL" clId="{3E8CA304-358B-4DB4-9DB0-088E4873AAAA}" dt="2026-07-10T20:53:44.038" v="5665" actId="14861"/>
          <ac:spMkLst>
            <pc:docMk/>
            <pc:sldMk cId="2275420797" sldId="318"/>
            <ac:spMk id="10" creationId="{024ED60D-E6DC-5951-F40D-B7C3DE28AD24}"/>
          </ac:spMkLst>
        </pc:spChg>
        <pc:spChg chg="add mod">
          <ac:chgData name="Amber Lim" userId="fa9da5a9-0323-48a9-9e93-10d42f103e5f" providerId="ADAL" clId="{3E8CA304-358B-4DB4-9DB0-088E4873AAAA}" dt="2026-07-10T20:51:35.748" v="5651" actId="11530"/>
          <ac:spMkLst>
            <pc:docMk/>
            <pc:sldMk cId="2275420797" sldId="318"/>
            <ac:spMk id="12" creationId="{F2E1CBEC-5928-2807-B082-AB1428F34854}"/>
          </ac:spMkLst>
        </pc:spChg>
        <pc:spChg chg="add mod">
          <ac:chgData name="Amber Lim" userId="fa9da5a9-0323-48a9-9e93-10d42f103e5f" providerId="ADAL" clId="{3E8CA304-358B-4DB4-9DB0-088E4873AAAA}" dt="2026-07-10T20:51:35.748" v="5651" actId="11530"/>
          <ac:spMkLst>
            <pc:docMk/>
            <pc:sldMk cId="2275420797" sldId="318"/>
            <ac:spMk id="14" creationId="{ADB3D03D-61CE-B94D-D6F0-DDD1F5970EBE}"/>
          </ac:spMkLst>
        </pc:spChg>
        <pc:spChg chg="mod">
          <ac:chgData name="Amber Lim" userId="fa9da5a9-0323-48a9-9e93-10d42f103e5f" providerId="ADAL" clId="{3E8CA304-358B-4DB4-9DB0-088E4873AAAA}" dt="2026-07-13T04:47:40.588" v="9171" actId="20577"/>
          <ac:spMkLst>
            <pc:docMk/>
            <pc:sldMk cId="2275420797" sldId="318"/>
            <ac:spMk id="17" creationId="{00000000-0000-0000-0000-000000000000}"/>
          </ac:spMkLst>
        </pc:spChg>
      </pc:sldChg>
      <pc:sldChg chg="add del ord">
        <pc:chgData name="Amber Lim" userId="fa9da5a9-0323-48a9-9e93-10d42f103e5f" providerId="ADAL" clId="{3E8CA304-358B-4DB4-9DB0-088E4873AAAA}" dt="2026-07-13T04:57:01.206" v="9233"/>
        <pc:sldMkLst>
          <pc:docMk/>
          <pc:sldMk cId="4241817012" sldId="321"/>
        </pc:sldMkLst>
      </pc:sldChg>
      <pc:sldChg chg="addSp delSp modSp mod">
        <pc:chgData name="Amber Lim" userId="fa9da5a9-0323-48a9-9e93-10d42f103e5f" providerId="ADAL" clId="{3E8CA304-358B-4DB4-9DB0-088E4873AAAA}" dt="2026-07-10T21:01:28.537" v="5766" actId="478"/>
        <pc:sldMkLst>
          <pc:docMk/>
          <pc:sldMk cId="1283125951" sldId="340"/>
        </pc:sldMkLst>
        <pc:spChg chg="mod">
          <ac:chgData name="Amber Lim" userId="fa9da5a9-0323-48a9-9e93-10d42f103e5f" providerId="ADAL" clId="{3E8CA304-358B-4DB4-9DB0-088E4873AAAA}" dt="2026-07-07T20:54:17.495" v="738" actId="2711"/>
          <ac:spMkLst>
            <pc:docMk/>
            <pc:sldMk cId="1283125951" sldId="340"/>
            <ac:spMk id="5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0:48:34.887" v="5623" actId="14100"/>
          <ac:spMkLst>
            <pc:docMk/>
            <pc:sldMk cId="1283125951" sldId="340"/>
            <ac:spMk id="6" creationId="{0920F650-B03A-EAA7-A283-4DAA81C68732}"/>
          </ac:spMkLst>
        </pc:spChg>
        <pc:spChg chg="mod">
          <ac:chgData name="Amber Lim" userId="fa9da5a9-0323-48a9-9e93-10d42f103e5f" providerId="ADAL" clId="{3E8CA304-358B-4DB4-9DB0-088E4873AAAA}" dt="2026-07-10T20:48:38.918" v="5624" actId="1076"/>
          <ac:spMkLst>
            <pc:docMk/>
            <pc:sldMk cId="1283125951" sldId="340"/>
            <ac:spMk id="7" creationId="{AAA94649-D809-885A-8A35-7A05F06B990D}"/>
          </ac:spMkLst>
        </pc:spChg>
        <pc:spChg chg="add mod">
          <ac:chgData name="Amber Lim" userId="fa9da5a9-0323-48a9-9e93-10d42f103e5f" providerId="ADAL" clId="{3E8CA304-358B-4DB4-9DB0-088E4873AAAA}" dt="2026-07-10T20:53:38.808" v="5664" actId="14861"/>
          <ac:spMkLst>
            <pc:docMk/>
            <pc:sldMk cId="1283125951" sldId="340"/>
            <ac:spMk id="13" creationId="{F69DD052-52B7-365E-F1B5-9FFA39D6B254}"/>
          </ac:spMkLst>
        </pc:spChg>
        <pc:spChg chg="mod">
          <ac:chgData name="Amber Lim" userId="fa9da5a9-0323-48a9-9e93-10d42f103e5f" providerId="ADAL" clId="{3E8CA304-358B-4DB4-9DB0-088E4873AAAA}" dt="2026-07-07T20:57:33.416" v="964" actId="2711"/>
          <ac:spMkLst>
            <pc:docMk/>
            <pc:sldMk cId="1283125951" sldId="340"/>
            <ac:spMk id="17" creationId="{00000000-0000-0000-0000-000000000000}"/>
          </ac:spMkLst>
        </pc:spChg>
        <pc:spChg chg="mod ord">
          <ac:chgData name="Amber Lim" userId="fa9da5a9-0323-48a9-9e93-10d42f103e5f" providerId="ADAL" clId="{3E8CA304-358B-4DB4-9DB0-088E4873AAAA}" dt="2026-07-10T20:48:31.225" v="5622" actId="1076"/>
          <ac:spMkLst>
            <pc:docMk/>
            <pc:sldMk cId="1283125951" sldId="340"/>
            <ac:spMk id="22" creationId="{00000000-0000-0000-0000-000000000000}"/>
          </ac:spMkLst>
        </pc:spChg>
      </pc:sldChg>
      <pc:sldChg chg="delSp modSp mod">
        <pc:chgData name="Amber Lim" userId="fa9da5a9-0323-48a9-9e93-10d42f103e5f" providerId="ADAL" clId="{3E8CA304-358B-4DB4-9DB0-088E4873AAAA}" dt="2026-07-10T21:08:45.822" v="5875" actId="478"/>
        <pc:sldMkLst>
          <pc:docMk/>
          <pc:sldMk cId="1259737169" sldId="341"/>
        </pc:sldMkLst>
        <pc:spChg chg="mod">
          <ac:chgData name="Amber Lim" userId="fa9da5a9-0323-48a9-9e93-10d42f103e5f" providerId="ADAL" clId="{3E8CA304-358B-4DB4-9DB0-088E4873AAAA}" dt="2026-07-10T21:08:13.307" v="5857" actId="20577"/>
          <ac:spMkLst>
            <pc:docMk/>
            <pc:sldMk cId="1259737169" sldId="341"/>
            <ac:spMk id="3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08:24.787" v="5874" actId="20577"/>
          <ac:spMkLst>
            <pc:docMk/>
            <pc:sldMk cId="1259737169" sldId="341"/>
            <ac:spMk id="4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07T21:18:49.205" v="1136" actId="2711"/>
          <ac:spMkLst>
            <pc:docMk/>
            <pc:sldMk cId="1259737169" sldId="341"/>
            <ac:spMk id="5" creationId="{00000000-0000-0000-0000-000000000000}"/>
          </ac:spMkLst>
        </pc:spChg>
      </pc:sldChg>
      <pc:sldChg chg="delSp modSp mod modAnim">
        <pc:chgData name="Amber Lim" userId="fa9da5a9-0323-48a9-9e93-10d42f103e5f" providerId="ADAL" clId="{3E8CA304-358B-4DB4-9DB0-088E4873AAAA}" dt="2026-07-10T21:23:36.822" v="5998" actId="478"/>
        <pc:sldMkLst>
          <pc:docMk/>
          <pc:sldMk cId="323846339" sldId="342"/>
        </pc:sldMkLst>
        <pc:spChg chg="mod">
          <ac:chgData name="Amber Lim" userId="fa9da5a9-0323-48a9-9e93-10d42f103e5f" providerId="ADAL" clId="{3E8CA304-358B-4DB4-9DB0-088E4873AAAA}" dt="2026-07-07T21:19:13.968" v="1139" actId="113"/>
          <ac:spMkLst>
            <pc:docMk/>
            <pc:sldMk cId="323846339" sldId="342"/>
            <ac:spMk id="2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18:41.162" v="5968" actId="255"/>
          <ac:spMkLst>
            <pc:docMk/>
            <pc:sldMk cId="323846339" sldId="342"/>
            <ac:spMk id="3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18:45.756" v="5969" actId="1076"/>
          <ac:spMkLst>
            <pc:docMk/>
            <pc:sldMk cId="323846339" sldId="342"/>
            <ac:spMk id="6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18:34.016" v="5967" actId="1076"/>
          <ac:spMkLst>
            <pc:docMk/>
            <pc:sldMk cId="323846339" sldId="342"/>
            <ac:spMk id="7" creationId="{00000000-0000-0000-0000-000000000000}"/>
          </ac:spMkLst>
        </pc:spChg>
        <pc:cxnChg chg="mod">
          <ac:chgData name="Amber Lim" userId="fa9da5a9-0323-48a9-9e93-10d42f103e5f" providerId="ADAL" clId="{3E8CA304-358B-4DB4-9DB0-088E4873AAAA}" dt="2026-07-10T21:18:34.016" v="5967" actId="1076"/>
          <ac:cxnSpMkLst>
            <pc:docMk/>
            <pc:sldMk cId="323846339" sldId="342"/>
            <ac:cxnSpMk id="8" creationId="{00000000-0000-0000-0000-000000000000}"/>
          </ac:cxnSpMkLst>
        </pc:cxnChg>
      </pc:sldChg>
      <pc:sldChg chg="delSp modSp mod">
        <pc:chgData name="Amber Lim" userId="fa9da5a9-0323-48a9-9e93-10d42f103e5f" providerId="ADAL" clId="{3E8CA304-358B-4DB4-9DB0-088E4873AAAA}" dt="2026-07-10T21:23:47.763" v="5999" actId="2711"/>
        <pc:sldMkLst>
          <pc:docMk/>
          <pc:sldMk cId="1161858075" sldId="343"/>
        </pc:sldMkLst>
        <pc:spChg chg="mod">
          <ac:chgData name="Amber Lim" userId="fa9da5a9-0323-48a9-9e93-10d42f103e5f" providerId="ADAL" clId="{3E8CA304-358B-4DB4-9DB0-088E4873AAAA}" dt="2026-07-10T21:23:47.763" v="5999" actId="2711"/>
          <ac:spMkLst>
            <pc:docMk/>
            <pc:sldMk cId="1161858075" sldId="343"/>
            <ac:spMk id="2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23:29.353" v="5996" actId="20577"/>
          <ac:spMkLst>
            <pc:docMk/>
            <pc:sldMk cId="1161858075" sldId="343"/>
            <ac:spMk id="3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23:24.549" v="5995" actId="1076"/>
          <ac:spMkLst>
            <pc:docMk/>
            <pc:sldMk cId="1161858075" sldId="343"/>
            <ac:spMk id="4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21:35:28.143" v="6381" actId="478"/>
        <pc:sldMkLst>
          <pc:docMk/>
          <pc:sldMk cId="279864354" sldId="344"/>
        </pc:sldMkLst>
        <pc:spChg chg="add mod">
          <ac:chgData name="Amber Lim" userId="fa9da5a9-0323-48a9-9e93-10d42f103e5f" providerId="ADAL" clId="{3E8CA304-358B-4DB4-9DB0-088E4873AAAA}" dt="2026-07-10T21:35:03.881" v="6377" actId="1076"/>
          <ac:spMkLst>
            <pc:docMk/>
            <pc:sldMk cId="279864354" sldId="344"/>
            <ac:spMk id="6" creationId="{512234D3-4C2C-495C-B2C2-EA6214EB1B76}"/>
          </ac:spMkLst>
        </pc:spChg>
        <pc:spChg chg="add mod">
          <ac:chgData name="Amber Lim" userId="fa9da5a9-0323-48a9-9e93-10d42f103e5f" providerId="ADAL" clId="{3E8CA304-358B-4DB4-9DB0-088E4873AAAA}" dt="2026-07-10T21:35:03.881" v="6377" actId="1076"/>
          <ac:spMkLst>
            <pc:docMk/>
            <pc:sldMk cId="279864354" sldId="344"/>
            <ac:spMk id="8" creationId="{7CA8D57C-E1E1-E712-D1ED-DECF35305906}"/>
          </ac:spMkLst>
        </pc:spChg>
        <pc:spChg chg="mod">
          <ac:chgData name="Amber Lim" userId="fa9da5a9-0323-48a9-9e93-10d42f103e5f" providerId="ADAL" clId="{3E8CA304-358B-4DB4-9DB0-088E4873AAAA}" dt="2026-07-10T21:32:39.325" v="6313" actId="164"/>
          <ac:spMkLst>
            <pc:docMk/>
            <pc:sldMk cId="279864354" sldId="344"/>
            <ac:spMk id="9" creationId="{395E0EF6-406B-004A-AA1A-EDED3F9B0C1E}"/>
          </ac:spMkLst>
        </pc:spChg>
        <pc:spChg chg="mod">
          <ac:chgData name="Amber Lim" userId="fa9da5a9-0323-48a9-9e93-10d42f103e5f" providerId="ADAL" clId="{3E8CA304-358B-4DB4-9DB0-088E4873AAAA}" dt="2026-07-10T21:32:39.325" v="6313" actId="164"/>
          <ac:spMkLst>
            <pc:docMk/>
            <pc:sldMk cId="279864354" sldId="344"/>
            <ac:spMk id="13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24:48.155" v="6006" actId="2711"/>
          <ac:spMkLst>
            <pc:docMk/>
            <pc:sldMk cId="279864354" sldId="344"/>
            <ac:spMk id="54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24:53.411" v="6007" actId="1076"/>
          <ac:spMkLst>
            <pc:docMk/>
            <pc:sldMk cId="279864354" sldId="344"/>
            <ac:spMk id="55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24:53.411" v="6007" actId="1076"/>
          <ac:spMkLst>
            <pc:docMk/>
            <pc:sldMk cId="279864354" sldId="344"/>
            <ac:spMk id="56" creationId="{00000000-0000-0000-0000-000000000000}"/>
          </ac:spMkLst>
        </pc:spChg>
        <pc:grpChg chg="add mod">
          <ac:chgData name="Amber Lim" userId="fa9da5a9-0323-48a9-9e93-10d42f103e5f" providerId="ADAL" clId="{3E8CA304-358B-4DB4-9DB0-088E4873AAAA}" dt="2026-07-10T21:32:39.325" v="6313" actId="164"/>
          <ac:grpSpMkLst>
            <pc:docMk/>
            <pc:sldMk cId="279864354" sldId="344"/>
            <ac:grpSpMk id="11" creationId="{40351ECC-E319-931D-6F18-5530D92803FD}"/>
          </ac:grpSpMkLst>
        </pc:grpChg>
      </pc:sldChg>
      <pc:sldChg chg="addSp delSp modSp mod">
        <pc:chgData name="Amber Lim" userId="fa9da5a9-0323-48a9-9e93-10d42f103e5f" providerId="ADAL" clId="{3E8CA304-358B-4DB4-9DB0-088E4873AAAA}" dt="2026-07-10T21:49:11.219" v="6626" actId="1076"/>
        <pc:sldMkLst>
          <pc:docMk/>
          <pc:sldMk cId="691010748" sldId="345"/>
        </pc:sldMkLst>
        <pc:spChg chg="mod">
          <ac:chgData name="Amber Lim" userId="fa9da5a9-0323-48a9-9e93-10d42f103e5f" providerId="ADAL" clId="{3E8CA304-358B-4DB4-9DB0-088E4873AAAA}" dt="2026-07-10T21:49:11.219" v="6626" actId="1076"/>
          <ac:spMkLst>
            <pc:docMk/>
            <pc:sldMk cId="691010748" sldId="345"/>
            <ac:spMk id="8" creationId="{9B992246-34E7-C6AF-6BBD-0642861FC5BC}"/>
          </ac:spMkLst>
        </pc:spChg>
        <pc:spChg chg="mod">
          <ac:chgData name="Amber Lim" userId="fa9da5a9-0323-48a9-9e93-10d42f103e5f" providerId="ADAL" clId="{3E8CA304-358B-4DB4-9DB0-088E4873AAAA}" dt="2026-07-10T21:49:05.336" v="6625" actId="2711"/>
          <ac:spMkLst>
            <pc:docMk/>
            <pc:sldMk cId="691010748" sldId="345"/>
            <ac:spMk id="9" creationId="{1036695E-D6AD-BE8D-7AD4-0CF95862FB05}"/>
          </ac:spMkLst>
        </pc:spChg>
        <pc:spChg chg="mod">
          <ac:chgData name="Amber Lim" userId="fa9da5a9-0323-48a9-9e93-10d42f103e5f" providerId="ADAL" clId="{3E8CA304-358B-4DB4-9DB0-088E4873AAAA}" dt="2026-07-10T21:33:55.530" v="6358" actId="207"/>
          <ac:spMkLst>
            <pc:docMk/>
            <pc:sldMk cId="691010748" sldId="345"/>
            <ac:spMk id="10" creationId="{D94ECE63-9513-E8DA-6C10-B123161746D0}"/>
          </ac:spMkLst>
        </pc:spChg>
        <pc:spChg chg="mod">
          <ac:chgData name="Amber Lim" userId="fa9da5a9-0323-48a9-9e93-10d42f103e5f" providerId="ADAL" clId="{3E8CA304-358B-4DB4-9DB0-088E4873AAAA}" dt="2026-07-10T21:32:44.488" v="6315"/>
          <ac:spMkLst>
            <pc:docMk/>
            <pc:sldMk cId="691010748" sldId="345"/>
            <ac:spMk id="11" creationId="{D043C99A-832D-04F5-985F-7C75668DDBF0}"/>
          </ac:spMkLst>
        </pc:spChg>
        <pc:spChg chg="mod ord">
          <ac:chgData name="Amber Lim" userId="fa9da5a9-0323-48a9-9e93-10d42f103e5f" providerId="ADAL" clId="{3E8CA304-358B-4DB4-9DB0-088E4873AAAA}" dt="2026-07-10T21:36:03.085" v="6386" actId="164"/>
          <ac:spMkLst>
            <pc:docMk/>
            <pc:sldMk cId="691010748" sldId="345"/>
            <ac:spMk id="16" creationId="{187A3DC3-B5FB-6048-AAB5-EA85932A931F}"/>
          </ac:spMkLst>
        </pc:spChg>
        <pc:spChg chg="add mod">
          <ac:chgData name="Amber Lim" userId="fa9da5a9-0323-48a9-9e93-10d42f103e5f" providerId="ADAL" clId="{3E8CA304-358B-4DB4-9DB0-088E4873AAAA}" dt="2026-07-10T21:34:47.347" v="6374" actId="1076"/>
          <ac:spMkLst>
            <pc:docMk/>
            <pc:sldMk cId="691010748" sldId="345"/>
            <ac:spMk id="17" creationId="{051846D7-12EF-F559-7A53-9F95E61199C8}"/>
          </ac:spMkLst>
        </pc:spChg>
        <pc:spChg chg="mod">
          <ac:chgData name="Amber Lim" userId="fa9da5a9-0323-48a9-9e93-10d42f103e5f" providerId="ADAL" clId="{3E8CA304-358B-4DB4-9DB0-088E4873AAAA}" dt="2026-07-10T21:36:03.085" v="6386" actId="164"/>
          <ac:spMkLst>
            <pc:docMk/>
            <pc:sldMk cId="691010748" sldId="345"/>
            <ac:spMk id="20" creationId="{863F0161-0F89-7841-A151-E4E4BD5B784F}"/>
          </ac:spMkLst>
        </pc:spChg>
        <pc:grpChg chg="add mod">
          <ac:chgData name="Amber Lim" userId="fa9da5a9-0323-48a9-9e93-10d42f103e5f" providerId="ADAL" clId="{3E8CA304-358B-4DB4-9DB0-088E4873AAAA}" dt="2026-07-10T21:36:03.085" v="6386" actId="164"/>
          <ac:grpSpMkLst>
            <pc:docMk/>
            <pc:sldMk cId="691010748" sldId="345"/>
            <ac:grpSpMk id="7" creationId="{6A8D1B98-238B-B8EB-632B-A82862697E1E}"/>
          </ac:grpSpMkLst>
        </pc:grpChg>
        <pc:grpChg chg="add mod">
          <ac:chgData name="Amber Lim" userId="fa9da5a9-0323-48a9-9e93-10d42f103e5f" providerId="ADAL" clId="{3E8CA304-358B-4DB4-9DB0-088E4873AAAA}" dt="2026-07-10T21:36:03.085" v="6386" actId="164"/>
          <ac:grpSpMkLst>
            <pc:docMk/>
            <pc:sldMk cId="691010748" sldId="345"/>
            <ac:grpSpMk id="18" creationId="{288142BF-084C-E01B-F0C7-2629C490F14F}"/>
          </ac:grpSpMkLst>
        </pc:grpChg>
        <pc:cxnChg chg="mod">
          <ac:chgData name="Amber Lim" userId="fa9da5a9-0323-48a9-9e93-10d42f103e5f" providerId="ADAL" clId="{3E8CA304-358B-4DB4-9DB0-088E4873AAAA}" dt="2026-07-10T21:36:03.085" v="6386" actId="164"/>
          <ac:cxnSpMkLst>
            <pc:docMk/>
            <pc:sldMk cId="691010748" sldId="345"/>
            <ac:cxnSpMk id="5" creationId="{00000000-0000-0000-0000-000000000000}"/>
          </ac:cxnSpMkLst>
        </pc:cxnChg>
      </pc:sldChg>
      <pc:sldChg chg="addSp delSp modSp mod">
        <pc:chgData name="Amber Lim" userId="fa9da5a9-0323-48a9-9e93-10d42f103e5f" providerId="ADAL" clId="{3E8CA304-358B-4DB4-9DB0-088E4873AAAA}" dt="2026-07-10T21:49:21.690" v="6628" actId="1076"/>
        <pc:sldMkLst>
          <pc:docMk/>
          <pc:sldMk cId="226078660" sldId="346"/>
        </pc:sldMkLst>
        <pc:spChg chg="mod">
          <ac:chgData name="Amber Lim" userId="fa9da5a9-0323-48a9-9e93-10d42f103e5f" providerId="ADAL" clId="{3E8CA304-358B-4DB4-9DB0-088E4873AAAA}" dt="2026-07-10T21:49:15.717" v="6627" actId="2711"/>
          <ac:spMkLst>
            <pc:docMk/>
            <pc:sldMk cId="226078660" sldId="346"/>
            <ac:spMk id="5" creationId="{CC3CE512-DC8C-C16D-EB6B-BE0D96BECEE7}"/>
          </ac:spMkLst>
        </pc:spChg>
        <pc:spChg chg="mod">
          <ac:chgData name="Amber Lim" userId="fa9da5a9-0323-48a9-9e93-10d42f103e5f" providerId="ADAL" clId="{3E8CA304-358B-4DB4-9DB0-088E4873AAAA}" dt="2026-07-10T21:49:21.690" v="6628" actId="1076"/>
          <ac:spMkLst>
            <pc:docMk/>
            <pc:sldMk cId="226078660" sldId="346"/>
            <ac:spMk id="6" creationId="{3A6A672B-6347-003D-ECCC-FC771829461D}"/>
          </ac:spMkLst>
        </pc:spChg>
        <pc:spChg chg="mod">
          <ac:chgData name="Amber Lim" userId="fa9da5a9-0323-48a9-9e93-10d42f103e5f" providerId="ADAL" clId="{3E8CA304-358B-4DB4-9DB0-088E4873AAAA}" dt="2026-07-10T21:45:38.681" v="6598" actId="207"/>
          <ac:spMkLst>
            <pc:docMk/>
            <pc:sldMk cId="226078660" sldId="346"/>
            <ac:spMk id="8" creationId="{E6398287-40A0-2EAB-DCBD-D212EDDC8E68}"/>
          </ac:spMkLst>
        </pc:spChg>
        <pc:spChg chg="mod">
          <ac:chgData name="Amber Lim" userId="fa9da5a9-0323-48a9-9e93-10d42f103e5f" providerId="ADAL" clId="{3E8CA304-358B-4DB4-9DB0-088E4873AAAA}" dt="2026-07-10T21:44:52.710" v="6587" actId="1076"/>
          <ac:spMkLst>
            <pc:docMk/>
            <pc:sldMk cId="226078660" sldId="346"/>
            <ac:spMk id="10" creationId="{FF888E56-B028-7762-86A7-718DBC1664BA}"/>
          </ac:spMkLst>
        </pc:spChg>
        <pc:spChg chg="mod">
          <ac:chgData name="Amber Lim" userId="fa9da5a9-0323-48a9-9e93-10d42f103e5f" providerId="ADAL" clId="{3E8CA304-358B-4DB4-9DB0-088E4873AAAA}" dt="2026-07-10T21:49:21.690" v="6628" actId="1076"/>
          <ac:spMkLst>
            <pc:docMk/>
            <pc:sldMk cId="226078660" sldId="346"/>
            <ac:spMk id="14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36:24.702" v="6391" actId="207"/>
          <ac:spMkLst>
            <pc:docMk/>
            <pc:sldMk cId="226078660" sldId="346"/>
            <ac:spMk id="15" creationId="{3ECAC82B-8F11-0AD6-BF68-FCC56E3CEE70}"/>
          </ac:spMkLst>
        </pc:spChg>
        <pc:spChg chg="mod">
          <ac:chgData name="Amber Lim" userId="fa9da5a9-0323-48a9-9e93-10d42f103e5f" providerId="ADAL" clId="{3E8CA304-358B-4DB4-9DB0-088E4873AAAA}" dt="2026-07-10T21:36:14.602" v="6389"/>
          <ac:spMkLst>
            <pc:docMk/>
            <pc:sldMk cId="226078660" sldId="346"/>
            <ac:spMk id="18" creationId="{19A0DD4B-F2F3-3186-2C19-EDF22897739D}"/>
          </ac:spMkLst>
        </pc:spChg>
        <pc:spChg chg="add mod">
          <ac:chgData name="Amber Lim" userId="fa9da5a9-0323-48a9-9e93-10d42f103e5f" providerId="ADAL" clId="{3E8CA304-358B-4DB4-9DB0-088E4873AAAA}" dt="2026-07-10T21:45:18.395" v="6593" actId="1076"/>
          <ac:spMkLst>
            <pc:docMk/>
            <pc:sldMk cId="226078660" sldId="346"/>
            <ac:spMk id="20" creationId="{25421D63-8C72-F8F8-F746-5BEE5B1ABCF1}"/>
          </ac:spMkLst>
        </pc:spChg>
        <pc:grpChg chg="add mod">
          <ac:chgData name="Amber Lim" userId="fa9da5a9-0323-48a9-9e93-10d42f103e5f" providerId="ADAL" clId="{3E8CA304-358B-4DB4-9DB0-088E4873AAAA}" dt="2026-07-10T21:36:14.602" v="6389"/>
          <ac:grpSpMkLst>
            <pc:docMk/>
            <pc:sldMk cId="226078660" sldId="346"/>
            <ac:grpSpMk id="7" creationId="{1D15A381-E4C0-6083-0682-51C8309918F2}"/>
          </ac:grpSpMkLst>
        </pc:grpChg>
        <pc:grpChg chg="mod">
          <ac:chgData name="Amber Lim" userId="fa9da5a9-0323-48a9-9e93-10d42f103e5f" providerId="ADAL" clId="{3E8CA304-358B-4DB4-9DB0-088E4873AAAA}" dt="2026-07-10T21:36:14.602" v="6389"/>
          <ac:grpSpMkLst>
            <pc:docMk/>
            <pc:sldMk cId="226078660" sldId="346"/>
            <ac:grpSpMk id="13" creationId="{01E1D1D7-C328-9152-997F-5A4788BBCBF8}"/>
          </ac:grpSpMkLst>
        </pc:grpChg>
      </pc:sldChg>
      <pc:sldChg chg="addSp delSp modSp mod">
        <pc:chgData name="Amber Lim" userId="fa9da5a9-0323-48a9-9e93-10d42f103e5f" providerId="ADAL" clId="{3E8CA304-358B-4DB4-9DB0-088E4873AAAA}" dt="2026-07-10T21:58:09.765" v="6885" actId="113"/>
        <pc:sldMkLst>
          <pc:docMk/>
          <pc:sldMk cId="1895736098" sldId="348"/>
        </pc:sldMkLst>
        <pc:spChg chg="mod">
          <ac:chgData name="Amber Lim" userId="fa9da5a9-0323-48a9-9e93-10d42f103e5f" providerId="ADAL" clId="{3E8CA304-358B-4DB4-9DB0-088E4873AAAA}" dt="2026-07-10T21:57:24.852" v="6874" actId="1076"/>
          <ac:spMkLst>
            <pc:docMk/>
            <pc:sldMk cId="1895736098" sldId="348"/>
            <ac:spMk id="5" creationId="{52B16BE8-1E93-630C-FFB7-DE3EA2F1934F}"/>
          </ac:spMkLst>
        </pc:spChg>
        <pc:spChg chg="mod">
          <ac:chgData name="Amber Lim" userId="fa9da5a9-0323-48a9-9e93-10d42f103e5f" providerId="ADAL" clId="{3E8CA304-358B-4DB4-9DB0-088E4873AAAA}" dt="2026-07-10T21:57:49.730" v="6880" actId="1076"/>
          <ac:spMkLst>
            <pc:docMk/>
            <pc:sldMk cId="1895736098" sldId="348"/>
            <ac:spMk id="6" creationId="{CB7160C4-93F3-C4EE-CFD9-EEC3DF5EEF92}"/>
          </ac:spMkLst>
        </pc:spChg>
        <pc:spChg chg="mod">
          <ac:chgData name="Amber Lim" userId="fa9da5a9-0323-48a9-9e93-10d42f103e5f" providerId="ADAL" clId="{3E8CA304-358B-4DB4-9DB0-088E4873AAAA}" dt="2026-07-10T21:55:40.570" v="6766" actId="207"/>
          <ac:spMkLst>
            <pc:docMk/>
            <pc:sldMk cId="1895736098" sldId="348"/>
            <ac:spMk id="13" creationId="{B39AAC93-9B52-06F1-977F-C4F717B535BD}"/>
          </ac:spMkLst>
        </pc:spChg>
        <pc:spChg chg="mod">
          <ac:chgData name="Amber Lim" userId="fa9da5a9-0323-48a9-9e93-10d42f103e5f" providerId="ADAL" clId="{3E8CA304-358B-4DB4-9DB0-088E4873AAAA}" dt="2026-07-10T21:57:56.081" v="6881" actId="1076"/>
          <ac:spMkLst>
            <pc:docMk/>
            <pc:sldMk cId="1895736098" sldId="348"/>
            <ac:spMk id="14" creationId="{EC082C72-BD42-EDAD-6B2F-798667550C0E}"/>
          </ac:spMkLst>
        </pc:spChg>
        <pc:spChg chg="add del mod">
          <ac:chgData name="Amber Lim" userId="fa9da5a9-0323-48a9-9e93-10d42f103e5f" providerId="ADAL" clId="{3E8CA304-358B-4DB4-9DB0-088E4873AAAA}" dt="2026-07-10T21:58:09.765" v="6885" actId="113"/>
          <ac:spMkLst>
            <pc:docMk/>
            <pc:sldMk cId="1895736098" sldId="348"/>
            <ac:spMk id="16" creationId="{F50B8058-5F5C-2353-41FC-297CF5628B8E}"/>
          </ac:spMkLst>
        </pc:spChg>
        <pc:spChg chg="add del mod">
          <ac:chgData name="Amber Lim" userId="fa9da5a9-0323-48a9-9e93-10d42f103e5f" providerId="ADAL" clId="{3E8CA304-358B-4DB4-9DB0-088E4873AAAA}" dt="2026-07-10T21:58:00.638" v="6882" actId="1076"/>
          <ac:spMkLst>
            <pc:docMk/>
            <pc:sldMk cId="1895736098" sldId="348"/>
            <ac:spMk id="18" creationId="{703C82E6-59E1-E82C-5DF3-42A3C83DCF20}"/>
          </ac:spMkLst>
        </pc:spChg>
        <pc:grpChg chg="mod topLvl">
          <ac:chgData name="Amber Lim" userId="fa9da5a9-0323-48a9-9e93-10d42f103e5f" providerId="ADAL" clId="{3E8CA304-358B-4DB4-9DB0-088E4873AAAA}" dt="2026-07-10T21:55:34.607" v="6764" actId="14100"/>
          <ac:grpSpMkLst>
            <pc:docMk/>
            <pc:sldMk cId="1895736098" sldId="348"/>
            <ac:grpSpMk id="12" creationId="{50AF8D65-0CDA-9D66-4055-512B32F8C848}"/>
          </ac:grpSpMkLst>
        </pc:grpChg>
      </pc:sldChg>
      <pc:sldChg chg="addSp delSp modSp mod ord modShow">
        <pc:chgData name="Amber Lim" userId="fa9da5a9-0323-48a9-9e93-10d42f103e5f" providerId="ADAL" clId="{3E8CA304-358B-4DB4-9DB0-088E4873AAAA}" dt="2026-07-10T17:57:08.444" v="3897" actId="34476"/>
        <pc:sldMkLst>
          <pc:docMk/>
          <pc:sldMk cId="401037661" sldId="360"/>
        </pc:sldMkLst>
        <pc:spChg chg="mod">
          <ac:chgData name="Amber Lim" userId="fa9da5a9-0323-48a9-9e93-10d42f103e5f" providerId="ADAL" clId="{3E8CA304-358B-4DB4-9DB0-088E4873AAAA}" dt="2026-07-07T20:40:32.116" v="601" actId="20577"/>
          <ac:spMkLst>
            <pc:docMk/>
            <pc:sldMk cId="401037661" sldId="360"/>
            <ac:spMk id="18" creationId="{00000000-0000-0000-0000-000000000000}"/>
          </ac:spMkLst>
        </pc:spChg>
        <pc:picChg chg="add del mod">
          <ac:chgData name="Amber Lim" userId="fa9da5a9-0323-48a9-9e93-10d42f103e5f" providerId="ADAL" clId="{3E8CA304-358B-4DB4-9DB0-088E4873AAAA}" dt="2026-07-10T17:57:06.024" v="3896" actId="21"/>
          <ac:picMkLst>
            <pc:docMk/>
            <pc:sldMk cId="401037661" sldId="360"/>
            <ac:picMk id="5" creationId="{B9C95879-0391-C752-7343-8A1C37DCC227}"/>
          </ac:picMkLst>
        </pc:picChg>
      </pc:sldChg>
      <pc:sldChg chg="modSp mod">
        <pc:chgData name="Amber Lim" userId="fa9da5a9-0323-48a9-9e93-10d42f103e5f" providerId="ADAL" clId="{3E8CA304-358B-4DB4-9DB0-088E4873AAAA}" dt="2026-07-10T21:58:21.617" v="6887" actId="2711"/>
        <pc:sldMkLst>
          <pc:docMk/>
          <pc:sldMk cId="164226094" sldId="468"/>
        </pc:sldMkLst>
        <pc:spChg chg="mod">
          <ac:chgData name="Amber Lim" userId="fa9da5a9-0323-48a9-9e93-10d42f103e5f" providerId="ADAL" clId="{3E8CA304-358B-4DB4-9DB0-088E4873AAAA}" dt="2026-07-10T21:58:21.617" v="6887" actId="2711"/>
          <ac:spMkLst>
            <pc:docMk/>
            <pc:sldMk cId="164226094" sldId="468"/>
            <ac:spMk id="3" creationId="{00000000-0000-0000-0000-000000000000}"/>
          </ac:spMkLst>
        </pc:spChg>
      </pc:sldChg>
      <pc:sldChg chg="modSp mod">
        <pc:chgData name="Amber Lim" userId="fa9da5a9-0323-48a9-9e93-10d42f103e5f" providerId="ADAL" clId="{3E8CA304-358B-4DB4-9DB0-088E4873AAAA}" dt="2026-07-10T21:58:50.517" v="6894" actId="2711"/>
        <pc:sldMkLst>
          <pc:docMk/>
          <pc:sldMk cId="2071804522" sldId="477"/>
        </pc:sldMkLst>
        <pc:spChg chg="mod">
          <ac:chgData name="Amber Lim" userId="fa9da5a9-0323-48a9-9e93-10d42f103e5f" providerId="ADAL" clId="{3E8CA304-358B-4DB4-9DB0-088E4873AAAA}" dt="2026-07-10T21:58:45.440" v="6893" actId="113"/>
          <ac:spMkLst>
            <pc:docMk/>
            <pc:sldMk cId="2071804522" sldId="477"/>
            <ac:spMk id="3" creationId="{00000000-0000-0000-0000-000000000000}"/>
          </ac:spMkLst>
        </pc:spChg>
        <pc:spChg chg="mod">
          <ac:chgData name="Amber Lim" userId="fa9da5a9-0323-48a9-9e93-10d42f103e5f" providerId="ADAL" clId="{3E8CA304-358B-4DB4-9DB0-088E4873AAAA}" dt="2026-07-10T21:58:50.517" v="6894" actId="2711"/>
          <ac:spMkLst>
            <pc:docMk/>
            <pc:sldMk cId="2071804522" sldId="477"/>
            <ac:spMk id="4" creationId="{00000000-0000-0000-0000-000000000000}"/>
          </ac:spMkLst>
        </pc:spChg>
      </pc:sldChg>
      <pc:sldChg chg="modSp mod">
        <pc:chgData name="Amber Lim" userId="fa9da5a9-0323-48a9-9e93-10d42f103e5f" providerId="ADAL" clId="{3E8CA304-358B-4DB4-9DB0-088E4873AAAA}" dt="2026-07-07T16:10:16.993" v="9" actId="20577"/>
        <pc:sldMkLst>
          <pc:docMk/>
          <pc:sldMk cId="1197109029" sldId="621"/>
        </pc:sldMkLst>
        <pc:spChg chg="mod">
          <ac:chgData name="Amber Lim" userId="fa9da5a9-0323-48a9-9e93-10d42f103e5f" providerId="ADAL" clId="{3E8CA304-358B-4DB4-9DB0-088E4873AAAA}" dt="2026-07-07T16:10:16.993" v="9" actId="20577"/>
          <ac:spMkLst>
            <pc:docMk/>
            <pc:sldMk cId="1197109029" sldId="621"/>
            <ac:spMk id="13" creationId="{00000000-0000-0000-0000-000000000000}"/>
          </ac:spMkLst>
        </pc:spChg>
      </pc:sldChg>
      <pc:sldChg chg="delSp mod">
        <pc:chgData name="Amber Lim" userId="fa9da5a9-0323-48a9-9e93-10d42f103e5f" providerId="ADAL" clId="{3E8CA304-358B-4DB4-9DB0-088E4873AAAA}" dt="2026-07-09T15:39:41.280" v="2578" actId="478"/>
        <pc:sldMkLst>
          <pc:docMk/>
          <pc:sldMk cId="2623943933" sldId="623"/>
        </pc:sldMkLst>
      </pc:sldChg>
      <pc:sldChg chg="addSp delSp modSp mod">
        <pc:chgData name="Amber Lim" userId="fa9da5a9-0323-48a9-9e93-10d42f103e5f" providerId="ADAL" clId="{3E8CA304-358B-4DB4-9DB0-088E4873AAAA}" dt="2026-07-09T15:39:45.807" v="2579" actId="478"/>
        <pc:sldMkLst>
          <pc:docMk/>
          <pc:sldMk cId="1211961518" sldId="624"/>
        </pc:sldMkLst>
        <pc:spChg chg="add del mod">
          <ac:chgData name="Amber Lim" userId="fa9da5a9-0323-48a9-9e93-10d42f103e5f" providerId="ADAL" clId="{3E8CA304-358B-4DB4-9DB0-088E4873AAAA}" dt="2026-07-07T16:36:39.672" v="145" actId="20577"/>
          <ac:spMkLst>
            <pc:docMk/>
            <pc:sldMk cId="1211961518" sldId="624"/>
            <ac:spMk id="14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21:00:56.490" v="5758" actId="20577"/>
        <pc:sldMkLst>
          <pc:docMk/>
          <pc:sldMk cId="3585895800" sldId="625"/>
        </pc:sldMkLst>
        <pc:spChg chg="add mod">
          <ac:chgData name="Amber Lim" userId="fa9da5a9-0323-48a9-9e93-10d42f103e5f" providerId="ADAL" clId="{3E8CA304-358B-4DB4-9DB0-088E4873AAAA}" dt="2026-07-10T21:00:49.349" v="5756" actId="207"/>
          <ac:spMkLst>
            <pc:docMk/>
            <pc:sldMk cId="3585895800" sldId="625"/>
            <ac:spMk id="6" creationId="{8EF9D72E-3B75-FFDE-F00E-FF2797ADCEA2}"/>
          </ac:spMkLst>
        </pc:spChg>
        <pc:spChg chg="mod">
          <ac:chgData name="Amber Lim" userId="fa9da5a9-0323-48a9-9e93-10d42f103e5f" providerId="ADAL" clId="{3E8CA304-358B-4DB4-9DB0-088E4873AAAA}" dt="2026-07-10T21:00:56.490" v="5758" actId="20577"/>
          <ac:spMkLst>
            <pc:docMk/>
            <pc:sldMk cId="3585895800" sldId="625"/>
            <ac:spMk id="32" creationId="{00000000-0000-0000-0000-000000000000}"/>
          </ac:spMkLst>
        </pc:spChg>
      </pc:sldChg>
      <pc:sldChg chg="modSp add del mod ord">
        <pc:chgData name="Amber Lim" userId="fa9da5a9-0323-48a9-9e93-10d42f103e5f" providerId="ADAL" clId="{3E8CA304-358B-4DB4-9DB0-088E4873AAAA}" dt="2026-07-13T04:57:05.860" v="9236" actId="47"/>
        <pc:sldMkLst>
          <pc:docMk/>
          <pc:sldMk cId="202957049" sldId="626"/>
        </pc:sldMkLst>
        <pc:spChg chg="mod">
          <ac:chgData name="Amber Lim" userId="fa9da5a9-0323-48a9-9e93-10d42f103e5f" providerId="ADAL" clId="{3E8CA304-358B-4DB4-9DB0-088E4873AAAA}" dt="2026-07-10T21:24:01.812" v="6000" actId="2711"/>
          <ac:spMkLst>
            <pc:docMk/>
            <pc:sldMk cId="202957049" sldId="626"/>
            <ac:spMk id="14" creationId="{00000000-0000-0000-0000-000000000000}"/>
          </ac:spMkLst>
        </pc:spChg>
      </pc:sldChg>
      <pc:sldChg chg="addSp delSp modSp mod">
        <pc:chgData name="Amber Lim" userId="fa9da5a9-0323-48a9-9e93-10d42f103e5f" providerId="ADAL" clId="{3E8CA304-358B-4DB4-9DB0-088E4873AAAA}" dt="2026-07-10T21:01:18.397" v="5761" actId="478"/>
        <pc:sldMkLst>
          <pc:docMk/>
          <pc:sldMk cId="2679278746" sldId="631"/>
        </pc:sldMkLst>
        <pc:spChg chg="mod">
          <ac:chgData name="Amber Lim" userId="fa9da5a9-0323-48a9-9e93-10d42f103e5f" providerId="ADAL" clId="{3E8CA304-358B-4DB4-9DB0-088E4873AAAA}" dt="2026-07-07T21:01:33.625" v="1123" actId="20577"/>
          <ac:spMkLst>
            <pc:docMk/>
            <pc:sldMk cId="2679278746" sldId="631"/>
            <ac:spMk id="5" creationId="{00000000-0000-0000-0000-000000000000}"/>
          </ac:spMkLst>
        </pc:spChg>
        <pc:spChg chg="add">
          <ac:chgData name="Amber Lim" userId="fa9da5a9-0323-48a9-9e93-10d42f103e5f" providerId="ADAL" clId="{3E8CA304-358B-4DB4-9DB0-088E4873AAAA}" dt="2026-07-10T21:00:03.570" v="5744" actId="22"/>
          <ac:spMkLst>
            <pc:docMk/>
            <pc:sldMk cId="2679278746" sldId="631"/>
            <ac:spMk id="11" creationId="{FF35E4CB-4D77-46F2-59D9-4E0074F2F6A6}"/>
          </ac:spMkLst>
        </pc:spChg>
        <pc:spChg chg="mod">
          <ac:chgData name="Amber Lim" userId="fa9da5a9-0323-48a9-9e93-10d42f103e5f" providerId="ADAL" clId="{3E8CA304-358B-4DB4-9DB0-088E4873AAAA}" dt="2026-07-10T21:01:07.900" v="5760" actId="404"/>
          <ac:spMkLst>
            <pc:docMk/>
            <pc:sldMk cId="2679278746" sldId="631"/>
            <ac:spMk id="32" creationId="{00000000-0000-0000-0000-000000000000}"/>
          </ac:spMkLst>
        </pc:spChg>
      </pc:sldChg>
      <pc:sldChg chg="add">
        <pc:chgData name="Amber Lim" userId="fa9da5a9-0323-48a9-9e93-10d42f103e5f" providerId="ADAL" clId="{3E8CA304-358B-4DB4-9DB0-088E4873AAAA}" dt="2026-07-13T04:57:12.288" v="9237"/>
        <pc:sldMkLst>
          <pc:docMk/>
          <pc:sldMk cId="1317584692" sldId="633"/>
        </pc:sldMkLst>
      </pc:sldChg>
      <pc:sldChg chg="modSp del mod">
        <pc:chgData name="Amber Lim" userId="fa9da5a9-0323-48a9-9e93-10d42f103e5f" providerId="ADAL" clId="{3E8CA304-358B-4DB4-9DB0-088E4873AAAA}" dt="2026-07-13T04:56:03.615" v="9223" actId="2696"/>
        <pc:sldMkLst>
          <pc:docMk/>
          <pc:sldMk cId="3684767250" sldId="633"/>
        </pc:sldMkLst>
      </pc:sldChg>
      <pc:sldChg chg="add del">
        <pc:chgData name="Amber Lim" userId="fa9da5a9-0323-48a9-9e93-10d42f103e5f" providerId="ADAL" clId="{3E8CA304-358B-4DB4-9DB0-088E4873AAAA}" dt="2026-07-13T04:56:31.176" v="9226"/>
        <pc:sldMkLst>
          <pc:docMk/>
          <pc:sldMk cId="4014417848" sldId="633"/>
        </pc:sldMkLst>
      </pc:sldChg>
      <pc:sldChg chg="add del">
        <pc:chgData name="Amber Lim" userId="fa9da5a9-0323-48a9-9e93-10d42f103e5f" providerId="ADAL" clId="{3E8CA304-358B-4DB4-9DB0-088E4873AAAA}" dt="2026-07-13T04:56:31.176" v="9226"/>
        <pc:sldMkLst>
          <pc:docMk/>
          <pc:sldMk cId="2667598341" sldId="634"/>
        </pc:sldMkLst>
      </pc:sldChg>
      <pc:sldChg chg="delSp modSp del mod">
        <pc:chgData name="Amber Lim" userId="fa9da5a9-0323-48a9-9e93-10d42f103e5f" providerId="ADAL" clId="{3E8CA304-358B-4DB4-9DB0-088E4873AAAA}" dt="2026-07-13T04:56:03.615" v="9223" actId="2696"/>
        <pc:sldMkLst>
          <pc:docMk/>
          <pc:sldMk cId="2984330537" sldId="634"/>
        </pc:sldMkLst>
      </pc:sldChg>
      <pc:sldChg chg="add">
        <pc:chgData name="Amber Lim" userId="fa9da5a9-0323-48a9-9e93-10d42f103e5f" providerId="ADAL" clId="{3E8CA304-358B-4DB4-9DB0-088E4873AAAA}" dt="2026-07-13T04:57:12.288" v="9237"/>
        <pc:sldMkLst>
          <pc:docMk/>
          <pc:sldMk cId="3433275464" sldId="634"/>
        </pc:sldMkLst>
      </pc:sldChg>
      <pc:sldChg chg="add del">
        <pc:chgData name="Amber Lim" userId="fa9da5a9-0323-48a9-9e93-10d42f103e5f" providerId="ADAL" clId="{3E8CA304-358B-4DB4-9DB0-088E4873AAAA}" dt="2026-07-13T04:56:31.176" v="9226"/>
        <pc:sldMkLst>
          <pc:docMk/>
          <pc:sldMk cId="49584600" sldId="635"/>
        </pc:sldMkLst>
      </pc:sldChg>
      <pc:sldChg chg="add">
        <pc:chgData name="Amber Lim" userId="fa9da5a9-0323-48a9-9e93-10d42f103e5f" providerId="ADAL" clId="{3E8CA304-358B-4DB4-9DB0-088E4873AAAA}" dt="2026-07-13T04:57:12.288" v="9237"/>
        <pc:sldMkLst>
          <pc:docMk/>
          <pc:sldMk cId="668000422" sldId="635"/>
        </pc:sldMkLst>
      </pc:sldChg>
      <pc:sldChg chg="delSp modSp del mod">
        <pc:chgData name="Amber Lim" userId="fa9da5a9-0323-48a9-9e93-10d42f103e5f" providerId="ADAL" clId="{3E8CA304-358B-4DB4-9DB0-088E4873AAAA}" dt="2026-07-13T04:56:03.615" v="9223" actId="2696"/>
        <pc:sldMkLst>
          <pc:docMk/>
          <pc:sldMk cId="2859845216" sldId="635"/>
        </pc:sldMkLst>
      </pc:sldChg>
      <pc:sldChg chg="add">
        <pc:chgData name="Amber Lim" userId="fa9da5a9-0323-48a9-9e93-10d42f103e5f" providerId="ADAL" clId="{3E8CA304-358B-4DB4-9DB0-088E4873AAAA}" dt="2026-07-13T04:57:12.288" v="9237"/>
        <pc:sldMkLst>
          <pc:docMk/>
          <pc:sldMk cId="324749194" sldId="636"/>
        </pc:sldMkLst>
      </pc:sldChg>
      <pc:sldChg chg="delSp modSp del mod">
        <pc:chgData name="Amber Lim" userId="fa9da5a9-0323-48a9-9e93-10d42f103e5f" providerId="ADAL" clId="{3E8CA304-358B-4DB4-9DB0-088E4873AAAA}" dt="2026-07-13T04:56:03.615" v="9223" actId="2696"/>
        <pc:sldMkLst>
          <pc:docMk/>
          <pc:sldMk cId="3352279355" sldId="636"/>
        </pc:sldMkLst>
      </pc:sldChg>
      <pc:sldChg chg="add del">
        <pc:chgData name="Amber Lim" userId="fa9da5a9-0323-48a9-9e93-10d42f103e5f" providerId="ADAL" clId="{3E8CA304-358B-4DB4-9DB0-088E4873AAAA}" dt="2026-07-13T04:56:31.176" v="9226"/>
        <pc:sldMkLst>
          <pc:docMk/>
          <pc:sldMk cId="4162874150" sldId="636"/>
        </pc:sldMkLst>
      </pc:sldChg>
      <pc:sldChg chg="delSp modSp del mod">
        <pc:chgData name="Amber Lim" userId="fa9da5a9-0323-48a9-9e93-10d42f103e5f" providerId="ADAL" clId="{3E8CA304-358B-4DB4-9DB0-088E4873AAAA}" dt="2026-07-13T04:56:03.615" v="9223" actId="2696"/>
        <pc:sldMkLst>
          <pc:docMk/>
          <pc:sldMk cId="528109754" sldId="637"/>
        </pc:sldMkLst>
      </pc:sldChg>
      <pc:sldChg chg="add">
        <pc:chgData name="Amber Lim" userId="fa9da5a9-0323-48a9-9e93-10d42f103e5f" providerId="ADAL" clId="{3E8CA304-358B-4DB4-9DB0-088E4873AAAA}" dt="2026-07-13T04:57:12.288" v="9237"/>
        <pc:sldMkLst>
          <pc:docMk/>
          <pc:sldMk cId="1038042650" sldId="637"/>
        </pc:sldMkLst>
      </pc:sldChg>
      <pc:sldChg chg="add del">
        <pc:chgData name="Amber Lim" userId="fa9da5a9-0323-48a9-9e93-10d42f103e5f" providerId="ADAL" clId="{3E8CA304-358B-4DB4-9DB0-088E4873AAAA}" dt="2026-07-13T04:56:31.176" v="9226"/>
        <pc:sldMkLst>
          <pc:docMk/>
          <pc:sldMk cId="1891587637" sldId="637"/>
        </pc:sldMkLst>
      </pc:sldChg>
      <pc:sldChg chg="modSp mod">
        <pc:chgData name="Amber Lim" userId="fa9da5a9-0323-48a9-9e93-10d42f103e5f" providerId="ADAL" clId="{3E8CA304-358B-4DB4-9DB0-088E4873AAAA}" dt="2026-07-10T17:57:50.365" v="3917" actId="20577"/>
        <pc:sldMkLst>
          <pc:docMk/>
          <pc:sldMk cId="3205980160" sldId="641"/>
        </pc:sldMkLst>
        <pc:spChg chg="mod">
          <ac:chgData name="Amber Lim" userId="fa9da5a9-0323-48a9-9e93-10d42f103e5f" providerId="ADAL" clId="{3E8CA304-358B-4DB4-9DB0-088E4873AAAA}" dt="2026-07-10T17:57:50.365" v="3917" actId="20577"/>
          <ac:spMkLst>
            <pc:docMk/>
            <pc:sldMk cId="3205980160" sldId="641"/>
            <ac:spMk id="371" creationId="{5EBEE6EF-A310-2212-D610-908847F68E3E}"/>
          </ac:spMkLst>
        </pc:spChg>
      </pc:sldChg>
      <pc:sldChg chg="addSp delSp modSp mod">
        <pc:chgData name="Amber Lim" userId="fa9da5a9-0323-48a9-9e93-10d42f103e5f" providerId="ADAL" clId="{3E8CA304-358B-4DB4-9DB0-088E4873AAAA}" dt="2026-07-10T21:04:38.867" v="5792" actId="478"/>
        <pc:sldMkLst>
          <pc:docMk/>
          <pc:sldMk cId="494574266" sldId="642"/>
        </pc:sldMkLst>
        <pc:spChg chg="mod">
          <ac:chgData name="Amber Lim" userId="fa9da5a9-0323-48a9-9e93-10d42f103e5f" providerId="ADAL" clId="{3E8CA304-358B-4DB4-9DB0-088E4873AAAA}" dt="2026-07-10T21:04:10.746" v="5785" actId="14100"/>
          <ac:spMkLst>
            <pc:docMk/>
            <pc:sldMk cId="494574266" sldId="642"/>
            <ac:spMk id="6" creationId="{3E105D14-843A-916F-D7B9-F63E14D8C887}"/>
          </ac:spMkLst>
        </pc:spChg>
        <pc:grpChg chg="mod">
          <ac:chgData name="Amber Lim" userId="fa9da5a9-0323-48a9-9e93-10d42f103e5f" providerId="ADAL" clId="{3E8CA304-358B-4DB4-9DB0-088E4873AAAA}" dt="2026-07-10T21:04:37.222" v="5791" actId="1076"/>
          <ac:grpSpMkLst>
            <pc:docMk/>
            <pc:sldMk cId="494574266" sldId="642"/>
            <ac:grpSpMk id="22" creationId="{BC610EAD-D919-D5E4-AE81-2BF26BD4E80B}"/>
          </ac:grpSpMkLst>
        </pc:grpChg>
        <pc:grpChg chg="mod">
          <ac:chgData name="Amber Lim" userId="fa9da5a9-0323-48a9-9e93-10d42f103e5f" providerId="ADAL" clId="{3E8CA304-358B-4DB4-9DB0-088E4873AAAA}" dt="2026-07-10T21:04:18.217" v="5786"/>
          <ac:grpSpMkLst>
            <pc:docMk/>
            <pc:sldMk cId="494574266" sldId="642"/>
            <ac:grpSpMk id="26" creationId="{85EDE7CB-8758-BBD3-1C5F-CA41B866781B}"/>
          </ac:grpSpMkLst>
        </pc:grpChg>
        <pc:grpChg chg="mod">
          <ac:chgData name="Amber Lim" userId="fa9da5a9-0323-48a9-9e93-10d42f103e5f" providerId="ADAL" clId="{3E8CA304-358B-4DB4-9DB0-088E4873AAAA}" dt="2026-07-10T21:04:37.222" v="5791" actId="1076"/>
          <ac:grpSpMkLst>
            <pc:docMk/>
            <pc:sldMk cId="494574266" sldId="642"/>
            <ac:grpSpMk id="30" creationId="{4C36C9EB-E578-C470-1AA5-514AA227254A}"/>
          </ac:grpSpMkLst>
        </pc:grp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3" creationId="{C967F7F0-F3AA-B376-C197-71D343F4B057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4" creationId="{CF47BC9F-898C-3B5F-4DE4-E73CDBCBBA7D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5" creationId="{989C5C57-C439-78C1-07C6-DBCC82633B5C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7" creationId="{6B695D4A-1E36-9E10-23EE-E7EE57E4BA1D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8" creationId="{3D95CFCC-0E46-FE02-CB5A-270D0AB61BED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29" creationId="{DB0B1D31-536F-E96F-CC2E-7AE3753FF899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31" creationId="{CB75D32E-8623-2C49-DDC4-A8DEBFD38D2B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32" creationId="{A4BDCBAE-615E-35F7-C4D6-EC37F9EB6693}"/>
          </ac:picMkLst>
        </pc:picChg>
        <pc:picChg chg="mod">
          <ac:chgData name="Amber Lim" userId="fa9da5a9-0323-48a9-9e93-10d42f103e5f" providerId="ADAL" clId="{3E8CA304-358B-4DB4-9DB0-088E4873AAAA}" dt="2026-07-10T21:04:18.217" v="5786"/>
          <ac:picMkLst>
            <pc:docMk/>
            <pc:sldMk cId="494574266" sldId="642"/>
            <ac:picMk id="33" creationId="{B599E260-98EB-7219-BD15-C5B670F10448}"/>
          </ac:picMkLst>
        </pc:picChg>
      </pc:sldChg>
      <pc:sldChg chg="del">
        <pc:chgData name="Amber Lim" userId="fa9da5a9-0323-48a9-9e93-10d42f103e5f" providerId="ADAL" clId="{3E8CA304-358B-4DB4-9DB0-088E4873AAAA}" dt="2026-07-13T04:52:11.497" v="9222" actId="47"/>
        <pc:sldMkLst>
          <pc:docMk/>
          <pc:sldMk cId="1150687817" sldId="644"/>
        </pc:sldMkLst>
      </pc:sldChg>
      <pc:sldChg chg="addSp delSp modSp mod delAnim modAnim">
        <pc:chgData name="Amber Lim" userId="fa9da5a9-0323-48a9-9e93-10d42f103e5f" providerId="ADAL" clId="{3E8CA304-358B-4DB4-9DB0-088E4873AAAA}" dt="2026-07-10T20:23:44.347" v="4831" actId="1076"/>
        <pc:sldMkLst>
          <pc:docMk/>
          <pc:sldMk cId="4014797732" sldId="645"/>
        </pc:sldMkLst>
        <pc:spChg chg="mod">
          <ac:chgData name="Amber Lim" userId="fa9da5a9-0323-48a9-9e93-10d42f103e5f" providerId="ADAL" clId="{3E8CA304-358B-4DB4-9DB0-088E4873AAAA}" dt="2026-07-10T20:15:49.897" v="4694" actId="14100"/>
          <ac:spMkLst>
            <pc:docMk/>
            <pc:sldMk cId="4014797732" sldId="645"/>
            <ac:spMk id="3" creationId="{391B3138-60B5-BF8F-9F54-FF9349DC4CA1}"/>
          </ac:spMkLst>
        </pc:spChg>
        <pc:spChg chg="add mod">
          <ac:chgData name="Amber Lim" userId="fa9da5a9-0323-48a9-9e93-10d42f103e5f" providerId="ADAL" clId="{3E8CA304-358B-4DB4-9DB0-088E4873AAAA}" dt="2026-07-10T20:23:44.347" v="4831" actId="1076"/>
          <ac:spMkLst>
            <pc:docMk/>
            <pc:sldMk cId="4014797732" sldId="645"/>
            <ac:spMk id="55" creationId="{57E0461B-357B-858B-BFD4-249555DB3B47}"/>
          </ac:spMkLst>
        </pc:spChg>
        <pc:graphicFrameChg chg="add mod">
          <ac:chgData name="Amber Lim" userId="fa9da5a9-0323-48a9-9e93-10d42f103e5f" providerId="ADAL" clId="{3E8CA304-358B-4DB4-9DB0-088E4873AAAA}" dt="2026-07-10T20:23:40.787" v="4827"/>
          <ac:graphicFrameMkLst>
            <pc:docMk/>
            <pc:sldMk cId="4014797732" sldId="645"/>
            <ac:graphicFrameMk id="54" creationId="{17453E7B-9CCA-414C-B2F2-015CC61AB179}"/>
          </ac:graphicFrameMkLst>
        </pc:graphicFrameChg>
      </pc:sldChg>
      <pc:sldChg chg="addSp delSp modSp new mod ord modAnim">
        <pc:chgData name="Amber Lim" userId="fa9da5a9-0323-48a9-9e93-10d42f103e5f" providerId="ADAL" clId="{3E8CA304-358B-4DB4-9DB0-088E4873AAAA}" dt="2026-07-10T15:52:26.491" v="2588" actId="1076"/>
        <pc:sldMkLst>
          <pc:docMk/>
          <pc:sldMk cId="67813039" sldId="646"/>
        </pc:sldMkLst>
        <pc:spChg chg="add mod">
          <ac:chgData name="Amber Lim" userId="fa9da5a9-0323-48a9-9e93-10d42f103e5f" providerId="ADAL" clId="{3E8CA304-358B-4DB4-9DB0-088E4873AAAA}" dt="2026-07-09T15:09:48.158" v="1941" actId="1076"/>
          <ac:spMkLst>
            <pc:docMk/>
            <pc:sldMk cId="67813039" sldId="646"/>
            <ac:spMk id="7" creationId="{A4BB91D0-01B5-8E95-4D89-5E7A97D2DD02}"/>
          </ac:spMkLst>
        </pc:spChg>
        <pc:spChg chg="add mod ord">
          <ac:chgData name="Amber Lim" userId="fa9da5a9-0323-48a9-9e93-10d42f103e5f" providerId="ADAL" clId="{3E8CA304-358B-4DB4-9DB0-088E4873AAAA}" dt="2026-07-10T15:52:04.051" v="2584" actId="164"/>
          <ac:spMkLst>
            <pc:docMk/>
            <pc:sldMk cId="67813039" sldId="646"/>
            <ac:spMk id="16" creationId="{BBCBF390-06CF-CE57-060E-B8167532D8F2}"/>
          </ac:spMkLst>
        </pc:spChg>
        <pc:spChg chg="add mod ord">
          <ac:chgData name="Amber Lim" userId="fa9da5a9-0323-48a9-9e93-10d42f103e5f" providerId="ADAL" clId="{3E8CA304-358B-4DB4-9DB0-088E4873AAAA}" dt="2026-07-09T15:09:44.241" v="1939" actId="164"/>
          <ac:spMkLst>
            <pc:docMk/>
            <pc:sldMk cId="67813039" sldId="646"/>
            <ac:spMk id="18" creationId="{2133A350-3AF3-013D-29DE-E43B46152008}"/>
          </ac:spMkLst>
        </pc:spChg>
        <pc:spChg chg="add mod ord">
          <ac:chgData name="Amber Lim" userId="fa9da5a9-0323-48a9-9e93-10d42f103e5f" providerId="ADAL" clId="{3E8CA304-358B-4DB4-9DB0-088E4873AAAA}" dt="2026-07-09T15:15:25.096" v="2481" actId="1076"/>
          <ac:spMkLst>
            <pc:docMk/>
            <pc:sldMk cId="67813039" sldId="646"/>
            <ac:spMk id="20" creationId="{7AF4EDCA-C94C-A250-1F89-85DD6B2922E5}"/>
          </ac:spMkLst>
        </pc:spChg>
        <pc:spChg chg="add del mod">
          <ac:chgData name="Amber Lim" userId="fa9da5a9-0323-48a9-9e93-10d42f103e5f" providerId="ADAL" clId="{3E8CA304-358B-4DB4-9DB0-088E4873AAAA}" dt="2026-07-10T15:52:04.051" v="2584" actId="164"/>
          <ac:spMkLst>
            <pc:docMk/>
            <pc:sldMk cId="67813039" sldId="646"/>
            <ac:spMk id="22" creationId="{BE9B6C44-6A62-202D-F95C-FC728242EAD4}"/>
          </ac:spMkLst>
        </pc:spChg>
        <pc:spChg chg="add mod ord">
          <ac:chgData name="Amber Lim" userId="fa9da5a9-0323-48a9-9e93-10d42f103e5f" providerId="ADAL" clId="{3E8CA304-358B-4DB4-9DB0-088E4873AAAA}" dt="2026-07-09T15:09:44.241" v="1939" actId="164"/>
          <ac:spMkLst>
            <pc:docMk/>
            <pc:sldMk cId="67813039" sldId="646"/>
            <ac:spMk id="23" creationId="{6F273B0B-AD33-08E2-241E-5B61ECF146A4}"/>
          </ac:spMkLst>
        </pc:spChg>
        <pc:spChg chg="add del mod">
          <ac:chgData name="Amber Lim" userId="fa9da5a9-0323-48a9-9e93-10d42f103e5f" providerId="ADAL" clId="{3E8CA304-358B-4DB4-9DB0-088E4873AAAA}" dt="2026-07-09T15:09:44.241" v="1939" actId="164"/>
          <ac:spMkLst>
            <pc:docMk/>
            <pc:sldMk cId="67813039" sldId="646"/>
            <ac:spMk id="32" creationId="{4FFE223D-54C5-F1EC-3592-2022544382B1}"/>
          </ac:spMkLst>
        </pc:spChg>
        <pc:grpChg chg="add mod">
          <ac:chgData name="Amber Lim" userId="fa9da5a9-0323-48a9-9e93-10d42f103e5f" providerId="ADAL" clId="{3E8CA304-358B-4DB4-9DB0-088E4873AAAA}" dt="2026-07-10T15:52:04.051" v="2584" actId="164"/>
          <ac:grpSpMkLst>
            <pc:docMk/>
            <pc:sldMk cId="67813039" sldId="646"/>
            <ac:grpSpMk id="3" creationId="{920D5C5A-57D3-3465-45DE-8AAABF000A3D}"/>
          </ac:grpSpMkLst>
        </pc:grpChg>
        <pc:grpChg chg="add mod">
          <ac:chgData name="Amber Lim" userId="fa9da5a9-0323-48a9-9e93-10d42f103e5f" providerId="ADAL" clId="{3E8CA304-358B-4DB4-9DB0-088E4873AAAA}" dt="2026-07-09T14:54:11.138" v="1759" actId="164"/>
          <ac:grpSpMkLst>
            <pc:docMk/>
            <pc:sldMk cId="67813039" sldId="646"/>
            <ac:grpSpMk id="11" creationId="{44AFBA73-9F66-4EB3-B0C8-B81DDFA10D25}"/>
          </ac:grpSpMkLst>
        </pc:grpChg>
        <pc:grpChg chg="add mod">
          <ac:chgData name="Amber Lim" userId="fa9da5a9-0323-48a9-9e93-10d42f103e5f" providerId="ADAL" clId="{3E8CA304-358B-4DB4-9DB0-088E4873AAAA}" dt="2026-07-09T15:20:05.519" v="2566" actId="1076"/>
          <ac:grpSpMkLst>
            <pc:docMk/>
            <pc:sldMk cId="67813039" sldId="646"/>
            <ac:grpSpMk id="12" creationId="{EFADE5CA-A063-7F52-067D-7EB693519EF4}"/>
          </ac:grpSpMkLst>
        </pc:grpChg>
        <pc:grpChg chg="add mod">
          <ac:chgData name="Amber Lim" userId="fa9da5a9-0323-48a9-9e93-10d42f103e5f" providerId="ADAL" clId="{3E8CA304-358B-4DB4-9DB0-088E4873AAAA}" dt="2026-07-10T15:52:26.491" v="2588" actId="1076"/>
          <ac:grpSpMkLst>
            <pc:docMk/>
            <pc:sldMk cId="67813039" sldId="646"/>
            <ac:grpSpMk id="17" creationId="{96384189-985C-1017-A00D-165AD575836F}"/>
          </ac:grpSpMkLst>
        </pc:grpChg>
        <pc:grpChg chg="add mod">
          <ac:chgData name="Amber Lim" userId="fa9da5a9-0323-48a9-9e93-10d42f103e5f" providerId="ADAL" clId="{3E8CA304-358B-4DB4-9DB0-088E4873AAAA}" dt="2026-07-09T15:15:30.632" v="2482" actId="1076"/>
          <ac:grpSpMkLst>
            <pc:docMk/>
            <pc:sldMk cId="67813039" sldId="646"/>
            <ac:grpSpMk id="19" creationId="{AE107DB0-4001-9E5B-4555-EE7658955A8E}"/>
          </ac:grpSpMkLst>
        </pc:grpChg>
        <pc:grpChg chg="add mod">
          <ac:chgData name="Amber Lim" userId="fa9da5a9-0323-48a9-9e93-10d42f103e5f" providerId="ADAL" clId="{3E8CA304-358B-4DB4-9DB0-088E4873AAAA}" dt="2026-07-09T14:54:19.426" v="1762" actId="1076"/>
          <ac:grpSpMkLst>
            <pc:docMk/>
            <pc:sldMk cId="67813039" sldId="646"/>
            <ac:grpSpMk id="21" creationId="{81DA8688-0073-436E-1018-EDFD8C50F825}"/>
          </ac:grpSpMkLst>
        </pc:grpChg>
        <pc:picChg chg="add del mod ord">
          <ac:chgData name="Amber Lim" userId="fa9da5a9-0323-48a9-9e93-10d42f103e5f" providerId="ADAL" clId="{3E8CA304-358B-4DB4-9DB0-088E4873AAAA}" dt="2026-07-07T20:21:35.250" v="481" actId="14826"/>
          <ac:picMkLst>
            <pc:docMk/>
            <pc:sldMk cId="67813039" sldId="646"/>
            <ac:picMk id="4" creationId="{3B0B1552-1871-8DB5-E852-D0707A487750}"/>
          </ac:picMkLst>
        </pc:picChg>
        <pc:picChg chg="add mod ord">
          <ac:chgData name="Amber Lim" userId="fa9da5a9-0323-48a9-9e93-10d42f103e5f" providerId="ADAL" clId="{3E8CA304-358B-4DB4-9DB0-088E4873AAAA}" dt="2026-07-09T14:50:48.835" v="1328" actId="164"/>
          <ac:picMkLst>
            <pc:docMk/>
            <pc:sldMk cId="67813039" sldId="646"/>
            <ac:picMk id="5" creationId="{D25782A9-9EBE-70B8-22CB-519B9D87F999}"/>
          </ac:picMkLst>
        </pc:picChg>
        <pc:picChg chg="add del mod">
          <ac:chgData name="Amber Lim" userId="fa9da5a9-0323-48a9-9e93-10d42f103e5f" providerId="ADAL" clId="{3E8CA304-358B-4DB4-9DB0-088E4873AAAA}" dt="2026-07-07T20:21:35.250" v="481" actId="14826"/>
          <ac:picMkLst>
            <pc:docMk/>
            <pc:sldMk cId="67813039" sldId="646"/>
            <ac:picMk id="6" creationId="{33E8EFDB-BF22-7B9D-7C37-3D797C87A45F}"/>
          </ac:picMkLst>
        </pc:picChg>
        <pc:picChg chg="add del mod">
          <ac:chgData name="Amber Lim" userId="fa9da5a9-0323-48a9-9e93-10d42f103e5f" providerId="ADAL" clId="{3E8CA304-358B-4DB4-9DB0-088E4873AAAA}" dt="2026-07-07T20:21:35.250" v="481" actId="14826"/>
          <ac:picMkLst>
            <pc:docMk/>
            <pc:sldMk cId="67813039" sldId="646"/>
            <ac:picMk id="8" creationId="{832A22C6-AE1A-EB2B-E69E-40746FE6E93F}"/>
          </ac:picMkLst>
        </pc:picChg>
        <pc:picChg chg="add mod">
          <ac:chgData name="Amber Lim" userId="fa9da5a9-0323-48a9-9e93-10d42f103e5f" providerId="ADAL" clId="{3E8CA304-358B-4DB4-9DB0-088E4873AAAA}" dt="2026-07-09T14:50:48.835" v="1328" actId="164"/>
          <ac:picMkLst>
            <pc:docMk/>
            <pc:sldMk cId="67813039" sldId="646"/>
            <ac:picMk id="9" creationId="{0CCD3E37-C1E6-9ED7-DC10-409E2B7761EB}"/>
          </ac:picMkLst>
        </pc:picChg>
        <pc:picChg chg="add mod ord">
          <ac:chgData name="Amber Lim" userId="fa9da5a9-0323-48a9-9e93-10d42f103e5f" providerId="ADAL" clId="{3E8CA304-358B-4DB4-9DB0-088E4873AAAA}" dt="2026-07-09T14:54:11.138" v="1759" actId="164"/>
          <ac:picMkLst>
            <pc:docMk/>
            <pc:sldMk cId="67813039" sldId="646"/>
            <ac:picMk id="10" creationId="{8D041D2F-0701-D249-3CD2-DB3F91E590BB}"/>
          </ac:picMkLst>
        </pc:picChg>
        <pc:picChg chg="add mod ord">
          <ac:chgData name="Amber Lim" userId="fa9da5a9-0323-48a9-9e93-10d42f103e5f" providerId="ADAL" clId="{3E8CA304-358B-4DB4-9DB0-088E4873AAAA}" dt="2026-07-09T14:54:11.138" v="1759" actId="164"/>
          <ac:picMkLst>
            <pc:docMk/>
            <pc:sldMk cId="67813039" sldId="646"/>
            <ac:picMk id="13" creationId="{8F9FA9CD-D2F9-2521-2EB2-51772E525183}"/>
          </ac:picMkLst>
        </pc:picChg>
        <pc:picChg chg="add mod">
          <ac:chgData name="Amber Lim" userId="fa9da5a9-0323-48a9-9e93-10d42f103e5f" providerId="ADAL" clId="{3E8CA304-358B-4DB4-9DB0-088E4873AAAA}" dt="2026-07-09T14:50:48.835" v="1328" actId="164"/>
          <ac:picMkLst>
            <pc:docMk/>
            <pc:sldMk cId="67813039" sldId="646"/>
            <ac:picMk id="14" creationId="{7F6F106C-39A5-57DF-6FDE-8CD9C02559E4}"/>
          </ac:picMkLst>
        </pc:picChg>
        <pc:picChg chg="add mod ord">
          <ac:chgData name="Amber Lim" userId="fa9da5a9-0323-48a9-9e93-10d42f103e5f" providerId="ADAL" clId="{3E8CA304-358B-4DB4-9DB0-088E4873AAAA}" dt="2026-07-09T14:54:11.138" v="1759" actId="164"/>
          <ac:picMkLst>
            <pc:docMk/>
            <pc:sldMk cId="67813039" sldId="646"/>
            <ac:picMk id="15" creationId="{3480A34B-D82A-A472-E33D-625A458D4D67}"/>
          </ac:picMkLst>
        </pc:picChg>
      </pc:sldChg>
      <pc:sldChg chg="addSp delSp modSp add mod addAnim delAnim modAnim">
        <pc:chgData name="Amber Lim" userId="fa9da5a9-0323-48a9-9e93-10d42f103e5f" providerId="ADAL" clId="{3E8CA304-358B-4DB4-9DB0-088E4873AAAA}" dt="2026-07-10T17:54:28.518" v="3858" actId="13822"/>
        <pc:sldMkLst>
          <pc:docMk/>
          <pc:sldMk cId="739274593" sldId="647"/>
        </pc:sldMkLst>
        <pc:spChg chg="mod">
          <ac:chgData name="Amber Lim" userId="fa9da5a9-0323-48a9-9e93-10d42f103e5f" providerId="ADAL" clId="{3E8CA304-358B-4DB4-9DB0-088E4873AAAA}" dt="2026-07-10T16:29:13.957" v="2922" actId="1076"/>
          <ac:spMkLst>
            <pc:docMk/>
            <pc:sldMk cId="739274593" sldId="647"/>
            <ac:spMk id="4" creationId="{CFAA8071-B382-A802-12B1-048920853E2B}"/>
          </ac:spMkLst>
        </pc:spChg>
        <pc:spChg chg="add mod ord">
          <ac:chgData name="Amber Lim" userId="fa9da5a9-0323-48a9-9e93-10d42f103e5f" providerId="ADAL" clId="{3E8CA304-358B-4DB4-9DB0-088E4873AAAA}" dt="2026-07-10T17:54:27.884" v="3856" actId="13822"/>
          <ac:spMkLst>
            <pc:docMk/>
            <pc:sldMk cId="739274593" sldId="647"/>
            <ac:spMk id="52" creationId="{57BF0DFD-51AD-786E-49C8-20C4F5E6A332}"/>
          </ac:spMkLst>
        </pc:spChg>
        <pc:spChg chg="add mod ord">
          <ac:chgData name="Amber Lim" userId="fa9da5a9-0323-48a9-9e93-10d42f103e5f" providerId="ADAL" clId="{3E8CA304-358B-4DB4-9DB0-088E4873AAAA}" dt="2026-07-10T17:54:28.108" v="3857" actId="13822"/>
          <ac:spMkLst>
            <pc:docMk/>
            <pc:sldMk cId="739274593" sldId="647"/>
            <ac:spMk id="54" creationId="{1CBF9E31-D583-82EC-C43D-B4D755052EDE}"/>
          </ac:spMkLst>
        </pc:spChg>
        <pc:spChg chg="add mod ord">
          <ac:chgData name="Amber Lim" userId="fa9da5a9-0323-48a9-9e93-10d42f103e5f" providerId="ADAL" clId="{3E8CA304-358B-4DB4-9DB0-088E4873AAAA}" dt="2026-07-10T17:54:28.518" v="3858" actId="13822"/>
          <ac:spMkLst>
            <pc:docMk/>
            <pc:sldMk cId="739274593" sldId="647"/>
            <ac:spMk id="58" creationId="{42EC96B8-A0E6-EA39-8C15-07B3260AFA5D}"/>
          </ac:spMkLst>
        </pc:spChg>
        <pc:spChg chg="add mod ord">
          <ac:chgData name="Amber Lim" userId="fa9da5a9-0323-48a9-9e93-10d42f103e5f" providerId="ADAL" clId="{3E8CA304-358B-4DB4-9DB0-088E4873AAAA}" dt="2026-07-10T16:31:42.209" v="2971" actId="14100"/>
          <ac:spMkLst>
            <pc:docMk/>
            <pc:sldMk cId="739274593" sldId="647"/>
            <ac:spMk id="97" creationId="{53E75F41-CF71-D1B1-D1C2-3C9A2F85A88D}"/>
          </ac:spMkLst>
        </pc:spChg>
        <pc:spChg chg="add mod ord">
          <ac:chgData name="Amber Lim" userId="fa9da5a9-0323-48a9-9e93-10d42f103e5f" providerId="ADAL" clId="{3E8CA304-358B-4DB4-9DB0-088E4873AAAA}" dt="2026-07-10T16:31:19.025" v="2962" actId="167"/>
          <ac:spMkLst>
            <pc:docMk/>
            <pc:sldMk cId="739274593" sldId="647"/>
            <ac:spMk id="100" creationId="{EFEF110A-88A5-4F71-4ACC-65222185052E}"/>
          </ac:spMkLst>
        </pc:spChg>
        <pc:spChg chg="add mod ord">
          <ac:chgData name="Amber Lim" userId="fa9da5a9-0323-48a9-9e93-10d42f103e5f" providerId="ADAL" clId="{3E8CA304-358B-4DB4-9DB0-088E4873AAAA}" dt="2026-07-10T16:31:19.025" v="2962" actId="167"/>
          <ac:spMkLst>
            <pc:docMk/>
            <pc:sldMk cId="739274593" sldId="647"/>
            <ac:spMk id="102" creationId="{9F70ACCA-81D1-F6F8-59B9-7B45FBF1A59B}"/>
          </ac:spMkLst>
        </pc:spChg>
        <pc:spChg chg="add mod">
          <ac:chgData name="Amber Lim" userId="fa9da5a9-0323-48a9-9e93-10d42f103e5f" providerId="ADAL" clId="{3E8CA304-358B-4DB4-9DB0-088E4873AAAA}" dt="2026-07-10T17:54:27.660" v="3855" actId="17032"/>
          <ac:spMkLst>
            <pc:docMk/>
            <pc:sldMk cId="739274593" sldId="647"/>
            <ac:spMk id="115" creationId="{8D69407D-4DC0-536E-1E0C-E4B494137B73}"/>
          </ac:spMkLst>
        </pc:spChg>
        <pc:spChg chg="add mod ord">
          <ac:chgData name="Amber Lim" userId="fa9da5a9-0323-48a9-9e93-10d42f103e5f" providerId="ADAL" clId="{3E8CA304-358B-4DB4-9DB0-088E4873AAAA}" dt="2026-07-10T16:59:59.252" v="3835" actId="164"/>
          <ac:spMkLst>
            <pc:docMk/>
            <pc:sldMk cId="739274593" sldId="647"/>
            <ac:spMk id="117" creationId="{F7CB399E-7804-DFE4-9E41-8121C752092D}"/>
          </ac:spMkLst>
        </pc:spChg>
        <pc:spChg chg="add mod">
          <ac:chgData name="Amber Lim" userId="fa9da5a9-0323-48a9-9e93-10d42f103e5f" providerId="ADAL" clId="{3E8CA304-358B-4DB4-9DB0-088E4873AAAA}" dt="2026-07-10T16:45:01.883" v="3601" actId="14861"/>
          <ac:spMkLst>
            <pc:docMk/>
            <pc:sldMk cId="739274593" sldId="647"/>
            <ac:spMk id="120" creationId="{72F891E5-6742-F377-EBB5-26E231A79CF4}"/>
          </ac:spMkLst>
        </pc:spChg>
        <pc:spChg chg="add mod">
          <ac:chgData name="Amber Lim" userId="fa9da5a9-0323-48a9-9e93-10d42f103e5f" providerId="ADAL" clId="{3E8CA304-358B-4DB4-9DB0-088E4873AAAA}" dt="2026-07-10T16:45:01.883" v="3601" actId="14861"/>
          <ac:spMkLst>
            <pc:docMk/>
            <pc:sldMk cId="739274593" sldId="647"/>
            <ac:spMk id="123" creationId="{C4CDFEA2-2321-96D5-532A-8165F9F64915}"/>
          </ac:spMkLst>
        </pc:spChg>
        <pc:grpChg chg="add mod">
          <ac:chgData name="Amber Lim" userId="fa9da5a9-0323-48a9-9e93-10d42f103e5f" providerId="ADAL" clId="{3E8CA304-358B-4DB4-9DB0-088E4873AAAA}" dt="2026-07-10T16:59:33.730" v="3830" actId="164"/>
          <ac:grpSpMkLst>
            <pc:docMk/>
            <pc:sldMk cId="739274593" sldId="647"/>
            <ac:grpSpMk id="55" creationId="{42BC78E2-34CC-E987-61A1-D4D332211D11}"/>
          </ac:grpSpMkLst>
        </pc:grpChg>
        <pc:grpChg chg="add mod">
          <ac:chgData name="Amber Lim" userId="fa9da5a9-0323-48a9-9e93-10d42f103e5f" providerId="ADAL" clId="{3E8CA304-358B-4DB4-9DB0-088E4873AAAA}" dt="2026-07-10T16:59:33.730" v="3830" actId="164"/>
          <ac:grpSpMkLst>
            <pc:docMk/>
            <pc:sldMk cId="739274593" sldId="647"/>
            <ac:grpSpMk id="56" creationId="{7338EE76-470F-F4C3-1388-EE9EE7B4B1D4}"/>
          </ac:grpSpMkLst>
        </pc:grpChg>
        <pc:grpChg chg="add mod">
          <ac:chgData name="Amber Lim" userId="fa9da5a9-0323-48a9-9e93-10d42f103e5f" providerId="ADAL" clId="{3E8CA304-358B-4DB4-9DB0-088E4873AAAA}" dt="2026-07-10T16:59:33.730" v="3830" actId="164"/>
          <ac:grpSpMkLst>
            <pc:docMk/>
            <pc:sldMk cId="739274593" sldId="647"/>
            <ac:grpSpMk id="59" creationId="{9ED4C1A9-E6B0-3096-3625-2AF803C2EF1F}"/>
          </ac:grpSpMkLst>
        </pc:grpChg>
        <pc:grpChg chg="add mod">
          <ac:chgData name="Amber Lim" userId="fa9da5a9-0323-48a9-9e93-10d42f103e5f" providerId="ADAL" clId="{3E8CA304-358B-4DB4-9DB0-088E4873AAAA}" dt="2026-07-10T16:31:09.890" v="2957" actId="1076"/>
          <ac:grpSpMkLst>
            <pc:docMk/>
            <pc:sldMk cId="739274593" sldId="647"/>
            <ac:grpSpMk id="98" creationId="{1E5351CD-4870-7B81-02AD-ACE2F918D7C9}"/>
          </ac:grpSpMkLst>
        </pc:grpChg>
        <pc:grpChg chg="add mod">
          <ac:chgData name="Amber Lim" userId="fa9da5a9-0323-48a9-9e93-10d42f103e5f" providerId="ADAL" clId="{3E8CA304-358B-4DB4-9DB0-088E4873AAAA}" dt="2026-07-10T16:59:33.730" v="3830" actId="164"/>
          <ac:grpSpMkLst>
            <pc:docMk/>
            <pc:sldMk cId="739274593" sldId="647"/>
            <ac:grpSpMk id="124" creationId="{470EDFF3-9429-C121-29FF-D83C3000D9F8}"/>
          </ac:grpSpMkLst>
        </pc:grpChg>
        <pc:picChg chg="add mod">
          <ac:chgData name="Amber Lim" userId="fa9da5a9-0323-48a9-9e93-10d42f103e5f" providerId="ADAL" clId="{3E8CA304-358B-4DB4-9DB0-088E4873AAAA}" dt="2026-07-10T16:59:33.730" v="3830" actId="164"/>
          <ac:picMkLst>
            <pc:docMk/>
            <pc:sldMk cId="739274593" sldId="647"/>
            <ac:picMk id="21" creationId="{7BE36686-CA51-2DE0-57E2-1DC9F1F9629E}"/>
          </ac:picMkLst>
        </pc:picChg>
        <pc:picChg chg="add mod">
          <ac:chgData name="Amber Lim" userId="fa9da5a9-0323-48a9-9e93-10d42f103e5f" providerId="ADAL" clId="{3E8CA304-358B-4DB4-9DB0-088E4873AAAA}" dt="2026-07-10T16:59:59.252" v="3835" actId="164"/>
          <ac:picMkLst>
            <pc:docMk/>
            <pc:sldMk cId="739274593" sldId="647"/>
            <ac:picMk id="44" creationId="{E2159F00-252D-7A80-885B-D54A999F03A4}"/>
          </ac:picMkLst>
        </pc:picChg>
        <pc:picChg chg="add mod">
          <ac:chgData name="Amber Lim" userId="fa9da5a9-0323-48a9-9e93-10d42f103e5f" providerId="ADAL" clId="{3E8CA304-358B-4DB4-9DB0-088E4873AAAA}" dt="2026-07-10T16:22:32.672" v="2843" actId="164"/>
          <ac:picMkLst>
            <pc:docMk/>
            <pc:sldMk cId="739274593" sldId="647"/>
            <ac:picMk id="46" creationId="{3A6F77E7-3F41-5B9B-B85D-B344A899EF21}"/>
          </ac:picMkLst>
        </pc:picChg>
        <pc:picChg chg="add mod">
          <ac:chgData name="Amber Lim" userId="fa9da5a9-0323-48a9-9e93-10d42f103e5f" providerId="ADAL" clId="{3E8CA304-358B-4DB4-9DB0-088E4873AAAA}" dt="2026-07-10T16:22:50.216" v="2851" actId="164"/>
          <ac:picMkLst>
            <pc:docMk/>
            <pc:sldMk cId="739274593" sldId="647"/>
            <ac:picMk id="48" creationId="{1061FB89-4CD4-FBC8-DCB4-1C1E7DDC94B1}"/>
          </ac:picMkLst>
        </pc:picChg>
        <pc:picChg chg="add mod">
          <ac:chgData name="Amber Lim" userId="fa9da5a9-0323-48a9-9e93-10d42f103e5f" providerId="ADAL" clId="{3E8CA304-358B-4DB4-9DB0-088E4873AAAA}" dt="2026-07-10T16:41:27.304" v="3582" actId="14100"/>
          <ac:picMkLst>
            <pc:docMk/>
            <pc:sldMk cId="739274593" sldId="647"/>
            <ac:picMk id="50" creationId="{E9B69B72-0793-630B-9FAE-089D8F00FD84}"/>
          </ac:picMkLst>
        </pc:picChg>
        <pc:picChg chg="add mod">
          <ac:chgData name="Amber Lim" userId="fa9da5a9-0323-48a9-9e93-10d42f103e5f" providerId="ADAL" clId="{3E8CA304-358B-4DB4-9DB0-088E4873AAAA}" dt="2026-07-10T16:27:18.907" v="2886" actId="14100"/>
          <ac:picMkLst>
            <pc:docMk/>
            <pc:sldMk cId="739274593" sldId="647"/>
            <ac:picMk id="69" creationId="{C30D4080-EAF1-2FE2-B964-91943A92B4D6}"/>
          </ac:picMkLst>
        </pc:picChg>
        <pc:picChg chg="add mod">
          <ac:chgData name="Amber Lim" userId="fa9da5a9-0323-48a9-9e93-10d42f103e5f" providerId="ADAL" clId="{3E8CA304-358B-4DB4-9DB0-088E4873AAAA}" dt="2026-07-10T16:27:43.376" v="2895" actId="1076"/>
          <ac:picMkLst>
            <pc:docMk/>
            <pc:sldMk cId="739274593" sldId="647"/>
            <ac:picMk id="71" creationId="{5B6429A8-1825-2FC2-D634-67EDF20D9B7F}"/>
          </ac:picMkLst>
        </pc:picChg>
        <pc:picChg chg="add mod">
          <ac:chgData name="Amber Lim" userId="fa9da5a9-0323-48a9-9e93-10d42f103e5f" providerId="ADAL" clId="{3E8CA304-358B-4DB4-9DB0-088E4873AAAA}" dt="2026-07-10T16:27:56.788" v="2898" actId="14826"/>
          <ac:picMkLst>
            <pc:docMk/>
            <pc:sldMk cId="739274593" sldId="647"/>
            <ac:picMk id="73" creationId="{8C03C70C-6480-C1E4-FC0E-5BE8537AAD17}"/>
          </ac:picMkLst>
        </pc:picChg>
        <pc:picChg chg="add mod">
          <ac:chgData name="Amber Lim" userId="fa9da5a9-0323-48a9-9e93-10d42f103e5f" providerId="ADAL" clId="{3E8CA304-358B-4DB4-9DB0-088E4873AAAA}" dt="2026-07-10T16:28:01.731" v="2900" actId="1076"/>
          <ac:picMkLst>
            <pc:docMk/>
            <pc:sldMk cId="739274593" sldId="647"/>
            <ac:picMk id="75" creationId="{3BFF10A4-7022-3918-0015-2EF394281D91}"/>
          </ac:picMkLst>
        </pc:picChg>
        <pc:picChg chg="add del mod">
          <ac:chgData name="Amber Lim" userId="fa9da5a9-0323-48a9-9e93-10d42f103e5f" providerId="ADAL" clId="{3E8CA304-358B-4DB4-9DB0-088E4873AAAA}" dt="2026-07-10T16:31:45.051" v="2972" actId="14100"/>
          <ac:picMkLst>
            <pc:docMk/>
            <pc:sldMk cId="739274593" sldId="647"/>
            <ac:picMk id="79" creationId="{E0829B93-1BDF-527A-346A-7C71CC2EEC0A}"/>
          </ac:picMkLst>
        </pc:picChg>
        <pc:picChg chg="add del mod">
          <ac:chgData name="Amber Lim" userId="fa9da5a9-0323-48a9-9e93-10d42f103e5f" providerId="ADAL" clId="{3E8CA304-358B-4DB4-9DB0-088E4873AAAA}" dt="2026-07-10T16:31:30.665" v="2966" actId="1076"/>
          <ac:picMkLst>
            <pc:docMk/>
            <pc:sldMk cId="739274593" sldId="647"/>
            <ac:picMk id="83" creationId="{736D4FFF-2E27-BF81-E885-9823108A7F24}"/>
          </ac:picMkLst>
        </pc:picChg>
        <pc:picChg chg="add del mod">
          <ac:chgData name="Amber Lim" userId="fa9da5a9-0323-48a9-9e93-10d42f103e5f" providerId="ADAL" clId="{3E8CA304-358B-4DB4-9DB0-088E4873AAAA}" dt="2026-07-10T16:31:33.310" v="2967" actId="14100"/>
          <ac:picMkLst>
            <pc:docMk/>
            <pc:sldMk cId="739274593" sldId="647"/>
            <ac:picMk id="85" creationId="{3E43CCAD-87BF-8EB9-A5F7-4769BC32AD2D}"/>
          </ac:picMkLst>
        </pc:picChg>
        <pc:cxnChg chg="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39" creationId="{5A420D07-DFF0-9DCD-F918-37F3AC0F144F}"/>
          </ac:cxnSpMkLst>
        </pc:cxnChg>
        <pc:cxnChg chg="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40" creationId="{FC0AD41A-8728-96A8-727D-28B9416EC5C9}"/>
          </ac:cxnSpMkLst>
        </pc:cxnChg>
        <pc:cxnChg chg="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41" creationId="{D2B16BF4-F179-AB13-43C0-492FDB4589A8}"/>
          </ac:cxnSpMkLst>
        </pc:cxnChg>
        <pc:cxnChg chg="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42" creationId="{E128BC7E-8DFE-2AEE-525D-29060A73F38E}"/>
          </ac:cxnSpMkLst>
        </pc:cxnChg>
        <pc:cxnChg chg="add mod">
          <ac:chgData name="Amber Lim" userId="fa9da5a9-0323-48a9-9e93-10d42f103e5f" providerId="ADAL" clId="{3E8CA304-358B-4DB4-9DB0-088E4873AAAA}" dt="2026-07-10T17:54:26.160" v="3853" actId="13822"/>
          <ac:cxnSpMkLst>
            <pc:docMk/>
            <pc:sldMk cId="739274593" sldId="647"/>
            <ac:cxnSpMk id="61" creationId="{DF69DE26-9E7B-978A-AEE5-623B805787B0}"/>
          </ac:cxnSpMkLst>
        </pc:cxnChg>
        <pc:cxnChg chg="add 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103" creationId="{2A8D552F-2B41-AE47-CEE0-8E619D855E78}"/>
          </ac:cxnSpMkLst>
        </pc:cxnChg>
        <pc:cxnChg chg="add mod">
          <ac:chgData name="Amber Lim" userId="fa9da5a9-0323-48a9-9e93-10d42f103e5f" providerId="ADAL" clId="{3E8CA304-358B-4DB4-9DB0-088E4873AAAA}" dt="2026-07-10T16:44:44.239" v="3599" actId="14861"/>
          <ac:cxnSpMkLst>
            <pc:docMk/>
            <pc:sldMk cId="739274593" sldId="647"/>
            <ac:cxnSpMk id="107" creationId="{2279215A-1463-363A-8C7B-3918958C604B}"/>
          </ac:cxnSpMkLst>
        </pc:cxnChg>
      </pc:sldChg>
      <pc:sldChg chg="addSp delSp modSp add mod modAnim">
        <pc:chgData name="Amber Lim" userId="fa9da5a9-0323-48a9-9e93-10d42f103e5f" providerId="ADAL" clId="{3E8CA304-358B-4DB4-9DB0-088E4873AAAA}" dt="2026-07-10T22:04:02.507" v="7011" actId="20577"/>
        <pc:sldMkLst>
          <pc:docMk/>
          <pc:sldMk cId="2581699724" sldId="650"/>
        </pc:sldMkLst>
        <pc:spChg chg="add mod ord">
          <ac:chgData name="Amber Lim" userId="fa9da5a9-0323-48a9-9e93-10d42f103e5f" providerId="ADAL" clId="{3E8CA304-358B-4DB4-9DB0-088E4873AAAA}" dt="2026-07-10T16:54:53.203" v="3783"/>
          <ac:spMkLst>
            <pc:docMk/>
            <pc:sldMk cId="2581699724" sldId="650"/>
            <ac:spMk id="16" creationId="{04707C36-C363-1428-4469-1729AB9FEE13}"/>
          </ac:spMkLst>
        </pc:spChg>
        <pc:spChg chg="add mod">
          <ac:chgData name="Amber Lim" userId="fa9da5a9-0323-48a9-9e93-10d42f103e5f" providerId="ADAL" clId="{3E8CA304-358B-4DB4-9DB0-088E4873AAAA}" dt="2026-07-10T16:58:12.072" v="3824" actId="20577"/>
          <ac:spMkLst>
            <pc:docMk/>
            <pc:sldMk cId="2581699724" sldId="650"/>
            <ac:spMk id="45" creationId="{78CE3549-27DD-B55F-88AB-4929E422398E}"/>
          </ac:spMkLst>
        </pc:spChg>
        <pc:spChg chg="topLvl">
          <ac:chgData name="Amber Lim" userId="fa9da5a9-0323-48a9-9e93-10d42f103e5f" providerId="ADAL" clId="{3E8CA304-358B-4DB4-9DB0-088E4873AAAA}" dt="2026-07-10T16:46:19.090" v="3609" actId="478"/>
          <ac:spMkLst>
            <pc:docMk/>
            <pc:sldMk cId="2581699724" sldId="650"/>
            <ac:spMk id="52" creationId="{B2E651C2-29E4-6661-B54A-ADED07B85E0D}"/>
          </ac:spMkLst>
        </pc:spChg>
        <pc:spChg chg="topLvl">
          <ac:chgData name="Amber Lim" userId="fa9da5a9-0323-48a9-9e93-10d42f103e5f" providerId="ADAL" clId="{3E8CA304-358B-4DB4-9DB0-088E4873AAAA}" dt="2026-07-10T16:46:16.907" v="3608" actId="478"/>
          <ac:spMkLst>
            <pc:docMk/>
            <pc:sldMk cId="2581699724" sldId="650"/>
            <ac:spMk id="54" creationId="{29EF8D25-A87C-6AE5-039F-95731880061B}"/>
          </ac:spMkLst>
        </pc:spChg>
        <pc:spChg chg="topLvl">
          <ac:chgData name="Amber Lim" userId="fa9da5a9-0323-48a9-9e93-10d42f103e5f" providerId="ADAL" clId="{3E8CA304-358B-4DB4-9DB0-088E4873AAAA}" dt="2026-07-10T16:46:14.665" v="3607" actId="478"/>
          <ac:spMkLst>
            <pc:docMk/>
            <pc:sldMk cId="2581699724" sldId="650"/>
            <ac:spMk id="58" creationId="{D3C5347A-042D-2473-7C3D-6194851B8F8A}"/>
          </ac:spMkLst>
        </pc:spChg>
        <pc:spChg chg="add del mod topLvl">
          <ac:chgData name="Amber Lim" userId="fa9da5a9-0323-48a9-9e93-10d42f103e5f" providerId="ADAL" clId="{3E8CA304-358B-4DB4-9DB0-088E4873AAAA}" dt="2026-07-10T16:57:52.500" v="3820" actId="164"/>
          <ac:spMkLst>
            <pc:docMk/>
            <pc:sldMk cId="2581699724" sldId="650"/>
            <ac:spMk id="97" creationId="{043F8732-9E56-DF54-BF76-41CD9FDF1BDF}"/>
          </ac:spMkLst>
        </pc:spChg>
        <pc:spChg chg="mod topLvl">
          <ac:chgData name="Amber Lim" userId="fa9da5a9-0323-48a9-9e93-10d42f103e5f" providerId="ADAL" clId="{3E8CA304-358B-4DB4-9DB0-088E4873AAAA}" dt="2026-07-10T16:57:52.500" v="3820" actId="164"/>
          <ac:spMkLst>
            <pc:docMk/>
            <pc:sldMk cId="2581699724" sldId="650"/>
            <ac:spMk id="100" creationId="{68CAB8BD-2914-CAE1-C5B2-8758878823D6}"/>
          </ac:spMkLst>
        </pc:spChg>
        <pc:spChg chg="mod topLvl">
          <ac:chgData name="Amber Lim" userId="fa9da5a9-0323-48a9-9e93-10d42f103e5f" providerId="ADAL" clId="{3E8CA304-358B-4DB4-9DB0-088E4873AAAA}" dt="2026-07-10T16:57:52.500" v="3820" actId="164"/>
          <ac:spMkLst>
            <pc:docMk/>
            <pc:sldMk cId="2581699724" sldId="650"/>
            <ac:spMk id="102" creationId="{5C60E606-AD77-2EB9-10E4-1D972DD2B662}"/>
          </ac:spMkLst>
        </pc:spChg>
        <pc:spChg chg="mod">
          <ac:chgData name="Amber Lim" userId="fa9da5a9-0323-48a9-9e93-10d42f103e5f" providerId="ADAL" clId="{3E8CA304-358B-4DB4-9DB0-088E4873AAAA}" dt="2026-07-10T22:04:02.507" v="7011" actId="20577"/>
          <ac:spMkLst>
            <pc:docMk/>
            <pc:sldMk cId="2581699724" sldId="650"/>
            <ac:spMk id="115" creationId="{E6E94F48-C24D-AA8F-CDC5-0344740044BD}"/>
          </ac:spMkLst>
        </pc:spChg>
        <pc:spChg chg="mod">
          <ac:chgData name="Amber Lim" userId="fa9da5a9-0323-48a9-9e93-10d42f103e5f" providerId="ADAL" clId="{3E8CA304-358B-4DB4-9DB0-088E4873AAAA}" dt="2026-07-10T16:49:07.065" v="3690" actId="1076"/>
          <ac:spMkLst>
            <pc:docMk/>
            <pc:sldMk cId="2581699724" sldId="650"/>
            <ac:spMk id="117" creationId="{8674ABD7-D4D6-699F-55FC-44DD191CB386}"/>
          </ac:spMkLst>
        </pc:spChg>
        <pc:spChg chg="mod">
          <ac:chgData name="Amber Lim" userId="fa9da5a9-0323-48a9-9e93-10d42f103e5f" providerId="ADAL" clId="{3E8CA304-358B-4DB4-9DB0-088E4873AAAA}" dt="2026-07-10T16:51:29.765" v="3718" actId="1076"/>
          <ac:spMkLst>
            <pc:docMk/>
            <pc:sldMk cId="2581699724" sldId="650"/>
            <ac:spMk id="120" creationId="{1116FF88-D144-CAB5-8DA9-03CB9EC3A398}"/>
          </ac:spMkLst>
        </pc:spChg>
        <pc:spChg chg="mod">
          <ac:chgData name="Amber Lim" userId="fa9da5a9-0323-48a9-9e93-10d42f103e5f" providerId="ADAL" clId="{3E8CA304-358B-4DB4-9DB0-088E4873AAAA}" dt="2026-07-10T16:54:34.409" v="3782" actId="14100"/>
          <ac:spMkLst>
            <pc:docMk/>
            <pc:sldMk cId="2581699724" sldId="650"/>
            <ac:spMk id="123" creationId="{8688F6FD-8F31-054B-903F-954CF0744623}"/>
          </ac:spMkLst>
        </pc:spChg>
        <pc:grpChg chg="add mod">
          <ac:chgData name="Amber Lim" userId="fa9da5a9-0323-48a9-9e93-10d42f103e5f" providerId="ADAL" clId="{3E8CA304-358B-4DB4-9DB0-088E4873AAAA}" dt="2026-07-10T16:51:09.405" v="3711" actId="14100"/>
          <ac:grpSpMkLst>
            <pc:docMk/>
            <pc:sldMk cId="2581699724" sldId="650"/>
            <ac:grpSpMk id="17" creationId="{674DE512-BAF6-578B-B830-1AC536509934}"/>
          </ac:grpSpMkLst>
        </pc:grpChg>
        <pc:grpChg chg="add mod">
          <ac:chgData name="Amber Lim" userId="fa9da5a9-0323-48a9-9e93-10d42f103e5f" providerId="ADAL" clId="{3E8CA304-358B-4DB4-9DB0-088E4873AAAA}" dt="2026-07-10T16:58:03.673" v="3822" actId="1076"/>
          <ac:grpSpMkLst>
            <pc:docMk/>
            <pc:sldMk cId="2581699724" sldId="650"/>
            <ac:grpSpMk id="47" creationId="{B5FA6C61-360E-BB49-C354-3733C48AB552}"/>
          </ac:grpSpMkLst>
        </pc:grpChg>
        <pc:picChg chg="add mod">
          <ac:chgData name="Amber Lim" userId="fa9da5a9-0323-48a9-9e93-10d42f103e5f" providerId="ADAL" clId="{3E8CA304-358B-4DB4-9DB0-088E4873AAAA}" dt="2026-07-10T16:47:12.589" v="3612" actId="14100"/>
          <ac:picMkLst>
            <pc:docMk/>
            <pc:sldMk cId="2581699724" sldId="650"/>
            <ac:picMk id="5" creationId="{87395B6D-8A61-3836-BDF5-1CF56DD8FA1A}"/>
          </ac:picMkLst>
        </pc:picChg>
        <pc:picChg chg="add mod">
          <ac:chgData name="Amber Lim" userId="fa9da5a9-0323-48a9-9e93-10d42f103e5f" providerId="ADAL" clId="{3E8CA304-358B-4DB4-9DB0-088E4873AAAA}" dt="2026-07-10T16:47:43.305" v="3618" actId="14100"/>
          <ac:picMkLst>
            <pc:docMk/>
            <pc:sldMk cId="2581699724" sldId="650"/>
            <ac:picMk id="9" creationId="{73B1E657-74BC-C248-7D1F-3F09C8AB380C}"/>
          </ac:picMkLst>
        </pc:picChg>
        <pc:picChg chg="add mod">
          <ac:chgData name="Amber Lim" userId="fa9da5a9-0323-48a9-9e93-10d42f103e5f" providerId="ADAL" clId="{3E8CA304-358B-4DB4-9DB0-088E4873AAAA}" dt="2026-07-10T16:48:13.527" v="3622" actId="14100"/>
          <ac:picMkLst>
            <pc:docMk/>
            <pc:sldMk cId="2581699724" sldId="650"/>
            <ac:picMk id="11" creationId="{982423FA-E776-053C-A681-6720C1738B0D}"/>
          </ac:picMkLst>
        </pc:picChg>
        <pc:picChg chg="add mod">
          <ac:chgData name="Amber Lim" userId="fa9da5a9-0323-48a9-9e93-10d42f103e5f" providerId="ADAL" clId="{3E8CA304-358B-4DB4-9DB0-088E4873AAAA}" dt="2026-07-10T16:50:57.172" v="3707" actId="164"/>
          <ac:picMkLst>
            <pc:docMk/>
            <pc:sldMk cId="2581699724" sldId="650"/>
            <ac:picMk id="13" creationId="{64F41ACC-C436-48B1-91A5-1C356B18CC72}"/>
          </ac:picMkLst>
        </pc:picChg>
        <pc:picChg chg="add mod">
          <ac:chgData name="Amber Lim" userId="fa9da5a9-0323-48a9-9e93-10d42f103e5f" providerId="ADAL" clId="{3E8CA304-358B-4DB4-9DB0-088E4873AAAA}" dt="2026-07-10T16:51:16.944" v="3714" actId="1076"/>
          <ac:picMkLst>
            <pc:docMk/>
            <pc:sldMk cId="2581699724" sldId="650"/>
            <ac:picMk id="19" creationId="{116F7A77-5E69-47DE-F397-0317F588D29A}"/>
          </ac:picMkLst>
        </pc:picChg>
        <pc:picChg chg="add mod ord">
          <ac:chgData name="Amber Lim" userId="fa9da5a9-0323-48a9-9e93-10d42f103e5f" providerId="ADAL" clId="{3E8CA304-358B-4DB4-9DB0-088E4873AAAA}" dt="2026-07-10T16:53:41.855" v="3765" actId="1076"/>
          <ac:picMkLst>
            <pc:docMk/>
            <pc:sldMk cId="2581699724" sldId="650"/>
            <ac:picMk id="22" creationId="{2734632A-5CC9-F87E-CBD8-6E10C4781AFE}"/>
          </ac:picMkLst>
        </pc:picChg>
        <pc:picChg chg="add mod ord">
          <ac:chgData name="Amber Lim" userId="fa9da5a9-0323-48a9-9e93-10d42f103e5f" providerId="ADAL" clId="{3E8CA304-358B-4DB4-9DB0-088E4873AAAA}" dt="2026-07-10T16:53:41.855" v="3765" actId="1076"/>
          <ac:picMkLst>
            <pc:docMk/>
            <pc:sldMk cId="2581699724" sldId="650"/>
            <ac:picMk id="24" creationId="{A110D01F-3655-2CAC-0770-5217B7F2C3DD}"/>
          </ac:picMkLst>
        </pc:picChg>
        <pc:picChg chg="add mod ord">
          <ac:chgData name="Amber Lim" userId="fa9da5a9-0323-48a9-9e93-10d42f103e5f" providerId="ADAL" clId="{3E8CA304-358B-4DB4-9DB0-088E4873AAAA}" dt="2026-07-10T16:53:41.855" v="3765" actId="1076"/>
          <ac:picMkLst>
            <pc:docMk/>
            <pc:sldMk cId="2581699724" sldId="650"/>
            <ac:picMk id="26" creationId="{4F9BC646-59F6-52B7-EF57-556090A522F3}"/>
          </ac:picMkLst>
        </pc:picChg>
        <pc:picChg chg="add mod">
          <ac:chgData name="Amber Lim" userId="fa9da5a9-0323-48a9-9e93-10d42f103e5f" providerId="ADAL" clId="{3E8CA304-358B-4DB4-9DB0-088E4873AAAA}" dt="2026-07-10T16:57:52.500" v="3820" actId="164"/>
          <ac:picMkLst>
            <pc:docMk/>
            <pc:sldMk cId="2581699724" sldId="650"/>
            <ac:picMk id="34" creationId="{142CC163-59DB-ECAE-ACF7-04E236C003B6}"/>
          </ac:picMkLst>
        </pc:picChg>
        <pc:picChg chg="add mod">
          <ac:chgData name="Amber Lim" userId="fa9da5a9-0323-48a9-9e93-10d42f103e5f" providerId="ADAL" clId="{3E8CA304-358B-4DB4-9DB0-088E4873AAAA}" dt="2026-07-10T16:57:52.500" v="3820" actId="164"/>
          <ac:picMkLst>
            <pc:docMk/>
            <pc:sldMk cId="2581699724" sldId="650"/>
            <ac:picMk id="36" creationId="{6ABE67C8-2CB5-04E8-49AF-8E7497123770}"/>
          </ac:picMkLst>
        </pc:picChg>
        <pc:picChg chg="add mod">
          <ac:chgData name="Amber Lim" userId="fa9da5a9-0323-48a9-9e93-10d42f103e5f" providerId="ADAL" clId="{3E8CA304-358B-4DB4-9DB0-088E4873AAAA}" dt="2026-07-10T16:57:52.500" v="3820" actId="164"/>
          <ac:picMkLst>
            <pc:docMk/>
            <pc:sldMk cId="2581699724" sldId="650"/>
            <ac:picMk id="38" creationId="{9A229CA9-B22B-BEEA-DF4A-0669F8BE1510}"/>
          </ac:picMkLst>
        </pc:picChg>
        <pc:cxnChg chg="mod">
          <ac:chgData name="Amber Lim" userId="fa9da5a9-0323-48a9-9e93-10d42f103e5f" providerId="ADAL" clId="{3E8CA304-358B-4DB4-9DB0-088E4873AAAA}" dt="2026-07-10T16:52:28.335" v="3747" actId="14100"/>
          <ac:cxnSpMkLst>
            <pc:docMk/>
            <pc:sldMk cId="2581699724" sldId="650"/>
            <ac:cxnSpMk id="40" creationId="{3A568C16-30AD-3AA1-F26D-C3DAEA905DFF}"/>
          </ac:cxnSpMkLst>
        </pc:cxnChg>
        <pc:cxnChg chg="mod">
          <ac:chgData name="Amber Lim" userId="fa9da5a9-0323-48a9-9e93-10d42f103e5f" providerId="ADAL" clId="{3E8CA304-358B-4DB4-9DB0-088E4873AAAA}" dt="2026-07-10T16:52:30.678" v="3748" actId="14100"/>
          <ac:cxnSpMkLst>
            <pc:docMk/>
            <pc:sldMk cId="2581699724" sldId="650"/>
            <ac:cxnSpMk id="41" creationId="{C2694AAE-0DC5-78E3-4BAC-955F7D62AD6C}"/>
          </ac:cxnSpMkLst>
        </pc:cxnChg>
        <pc:cxnChg chg="mod">
          <ac:chgData name="Amber Lim" userId="fa9da5a9-0323-48a9-9e93-10d42f103e5f" providerId="ADAL" clId="{3E8CA304-358B-4DB4-9DB0-088E4873AAAA}" dt="2026-07-10T16:49:23.529" v="3695" actId="14100"/>
          <ac:cxnSpMkLst>
            <pc:docMk/>
            <pc:sldMk cId="2581699724" sldId="650"/>
            <ac:cxnSpMk id="42" creationId="{430E1F7A-17FA-7D91-69B3-F581AE4279B9}"/>
          </ac:cxnSpMkLst>
        </pc:cxnChg>
      </pc:sldChg>
      <pc:sldChg chg="addSp modSp add mod">
        <pc:chgData name="Amber Lim" userId="fa9da5a9-0323-48a9-9e93-10d42f103e5f" providerId="ADAL" clId="{3E8CA304-358B-4DB4-9DB0-088E4873AAAA}" dt="2026-07-10T17:56:00.064" v="3868" actId="14100"/>
        <pc:sldMkLst>
          <pc:docMk/>
          <pc:sldMk cId="1425320234" sldId="651"/>
        </pc:sldMkLst>
        <pc:spChg chg="add mod">
          <ac:chgData name="Amber Lim" userId="fa9da5a9-0323-48a9-9e93-10d42f103e5f" providerId="ADAL" clId="{3E8CA304-358B-4DB4-9DB0-088E4873AAAA}" dt="2026-07-10T17:55:50.338" v="3864" actId="14100"/>
          <ac:spMkLst>
            <pc:docMk/>
            <pc:sldMk cId="1425320234" sldId="651"/>
            <ac:spMk id="6" creationId="{0D433EDC-E852-738B-29C1-5ECF583C3490}"/>
          </ac:spMkLst>
        </pc:spChg>
        <pc:spChg chg="add mod">
          <ac:chgData name="Amber Lim" userId="fa9da5a9-0323-48a9-9e93-10d42f103e5f" providerId="ADAL" clId="{3E8CA304-358B-4DB4-9DB0-088E4873AAAA}" dt="2026-07-10T17:56:00.064" v="3868" actId="14100"/>
          <ac:spMkLst>
            <pc:docMk/>
            <pc:sldMk cId="1425320234" sldId="651"/>
            <ac:spMk id="8" creationId="{C94EEC86-C438-A5B6-EC5D-DEF222C8249A}"/>
          </ac:spMkLst>
        </pc:spChg>
      </pc:sldChg>
      <pc:sldChg chg="addSp delSp modSp add mod modAnim">
        <pc:chgData name="Amber Lim" userId="fa9da5a9-0323-48a9-9e93-10d42f103e5f" providerId="ADAL" clId="{3E8CA304-358B-4DB4-9DB0-088E4873AAAA}" dt="2026-07-13T04:44:44.639" v="9145" actId="1076"/>
        <pc:sldMkLst>
          <pc:docMk/>
          <pc:sldMk cId="1363861192" sldId="652"/>
        </pc:sldMkLst>
        <pc:spChg chg="add mod">
          <ac:chgData name="Amber Lim" userId="fa9da5a9-0323-48a9-9e93-10d42f103e5f" providerId="ADAL" clId="{3E8CA304-358B-4DB4-9DB0-088E4873AAAA}" dt="2026-07-13T04:44:44.639" v="9145" actId="1076"/>
          <ac:spMkLst>
            <pc:docMk/>
            <pc:sldMk cId="1363861192" sldId="652"/>
            <ac:spMk id="3" creationId="{D6A3A1DA-DD72-FE58-EAC6-35ADCEDB3B44}"/>
          </ac:spMkLst>
        </pc:spChg>
        <pc:spChg chg="mod">
          <ac:chgData name="Amber Lim" userId="fa9da5a9-0323-48a9-9e93-10d42f103e5f" providerId="ADAL" clId="{3E8CA304-358B-4DB4-9DB0-088E4873AAAA}" dt="2026-07-10T20:51:14.508" v="5648" actId="11530"/>
          <ac:spMkLst>
            <pc:docMk/>
            <pc:sldMk cId="1363861192" sldId="652"/>
            <ac:spMk id="13" creationId="{20DA3D5D-A0EA-A895-FDBC-07E6F765C2BC}"/>
          </ac:spMkLst>
        </pc:spChg>
        <pc:spChg chg="mod">
          <ac:chgData name="Amber Lim" userId="fa9da5a9-0323-48a9-9e93-10d42f103e5f" providerId="ADAL" clId="{3E8CA304-358B-4DB4-9DB0-088E4873AAAA}" dt="2026-07-10T20:36:33.478" v="4975" actId="1076"/>
          <ac:spMkLst>
            <pc:docMk/>
            <pc:sldMk cId="1363861192" sldId="652"/>
            <ac:spMk id="15" creationId="{36B4F86D-3608-42D5-BA4D-796C8876FF8C}"/>
          </ac:spMkLst>
        </pc:spChg>
        <pc:spChg chg="mod">
          <ac:chgData name="Amber Lim" userId="fa9da5a9-0323-48a9-9e93-10d42f103e5f" providerId="ADAL" clId="{3E8CA304-358B-4DB4-9DB0-088E4873AAAA}" dt="2026-07-10T20:51:21.068" v="5650" actId="14100"/>
          <ac:spMkLst>
            <pc:docMk/>
            <pc:sldMk cId="1363861192" sldId="652"/>
            <ac:spMk id="20" creationId="{5F556035-55B1-9008-82CC-B1D1232C29D3}"/>
          </ac:spMkLst>
        </pc:spChg>
        <pc:spChg chg="mod">
          <ac:chgData name="Amber Lim" userId="fa9da5a9-0323-48a9-9e93-10d42f103e5f" providerId="ADAL" clId="{3E8CA304-358B-4DB4-9DB0-088E4873AAAA}" dt="2026-07-10T20:36:33.478" v="4975" actId="1076"/>
          <ac:spMkLst>
            <pc:docMk/>
            <pc:sldMk cId="1363861192" sldId="652"/>
            <ac:spMk id="32" creationId="{C06A2E27-6382-61B5-71E4-795D9B82D919}"/>
          </ac:spMkLst>
        </pc:spChg>
        <pc:spChg chg="mod ord">
          <ac:chgData name="Amber Lim" userId="fa9da5a9-0323-48a9-9e93-10d42f103e5f" providerId="ADAL" clId="{3E8CA304-358B-4DB4-9DB0-088E4873AAAA}" dt="2026-07-10T20:36:33.478" v="4975" actId="1076"/>
          <ac:spMkLst>
            <pc:docMk/>
            <pc:sldMk cId="1363861192" sldId="652"/>
            <ac:spMk id="42" creationId="{A4DB9D1D-01CE-F09E-5BF6-3A4CEEDC754B}"/>
          </ac:spMkLst>
        </pc:spChg>
        <pc:spChg chg="mod ord">
          <ac:chgData name="Amber Lim" userId="fa9da5a9-0323-48a9-9e93-10d42f103e5f" providerId="ADAL" clId="{3E8CA304-358B-4DB4-9DB0-088E4873AAAA}" dt="2026-07-10T20:36:33.478" v="4975" actId="1076"/>
          <ac:spMkLst>
            <pc:docMk/>
            <pc:sldMk cId="1363861192" sldId="652"/>
            <ac:spMk id="46" creationId="{A4FC93B0-B547-AE9E-5749-765669C762A3}"/>
          </ac:spMkLst>
        </pc:spChg>
        <pc:spChg chg="mod ord">
          <ac:chgData name="Amber Lim" userId="fa9da5a9-0323-48a9-9e93-10d42f103e5f" providerId="ADAL" clId="{3E8CA304-358B-4DB4-9DB0-088E4873AAAA}" dt="2026-07-10T20:36:33.478" v="4975" actId="1076"/>
          <ac:spMkLst>
            <pc:docMk/>
            <pc:sldMk cId="1363861192" sldId="652"/>
            <ac:spMk id="47" creationId="{DF2EC60F-4898-4B6F-AA49-47D4573671CF}"/>
          </ac:spMkLst>
        </pc:spChg>
        <pc:spChg chg="mod">
          <ac:chgData name="Amber Lim" userId="fa9da5a9-0323-48a9-9e93-10d42f103e5f" providerId="ADAL" clId="{3E8CA304-358B-4DB4-9DB0-088E4873AAAA}" dt="2026-07-13T04:44:31.437" v="9141" actId="1076"/>
          <ac:spMkLst>
            <pc:docMk/>
            <pc:sldMk cId="1363861192" sldId="652"/>
            <ac:spMk id="48" creationId="{13EAF19A-FD52-04F4-C4A4-74329593230A}"/>
          </ac:spMkLst>
        </pc:spChg>
        <pc:cxnChg chg="mod">
          <ac:chgData name="Amber Lim" userId="fa9da5a9-0323-48a9-9e93-10d42f103e5f" providerId="ADAL" clId="{3E8CA304-358B-4DB4-9DB0-088E4873AAAA}" dt="2026-07-10T20:36:33.478" v="4975" actId="1076"/>
          <ac:cxnSpMkLst>
            <pc:docMk/>
            <pc:sldMk cId="1363861192" sldId="652"/>
            <ac:cxnSpMk id="23" creationId="{763DDB02-A3FC-6AC5-0742-DD21D010B814}"/>
          </ac:cxnSpMkLst>
        </pc:cxnChg>
        <pc:cxnChg chg="mod">
          <ac:chgData name="Amber Lim" userId="fa9da5a9-0323-48a9-9e93-10d42f103e5f" providerId="ADAL" clId="{3E8CA304-358B-4DB4-9DB0-088E4873AAAA}" dt="2026-07-10T20:36:33.478" v="4975" actId="1076"/>
          <ac:cxnSpMkLst>
            <pc:docMk/>
            <pc:sldMk cId="1363861192" sldId="652"/>
            <ac:cxnSpMk id="24" creationId="{DA7F9E0A-EBA6-DE78-824C-B4C4D061A6D0}"/>
          </ac:cxnSpMkLst>
        </pc:cxnChg>
        <pc:cxnChg chg="mod">
          <ac:chgData name="Amber Lim" userId="fa9da5a9-0323-48a9-9e93-10d42f103e5f" providerId="ADAL" clId="{3E8CA304-358B-4DB4-9DB0-088E4873AAAA}" dt="2026-07-10T20:36:33.478" v="4975" actId="1076"/>
          <ac:cxnSpMkLst>
            <pc:docMk/>
            <pc:sldMk cId="1363861192" sldId="652"/>
            <ac:cxnSpMk id="34" creationId="{31B0C632-BC5B-34F2-B55E-DF241172C3B1}"/>
          </ac:cxnSpMkLst>
        </pc:cxnChg>
      </pc:sldChg>
      <pc:sldChg chg="addSp delSp modSp add mod">
        <pc:chgData name="Amber Lim" userId="fa9da5a9-0323-48a9-9e93-10d42f103e5f" providerId="ADAL" clId="{3E8CA304-358B-4DB4-9DB0-088E4873AAAA}" dt="2026-07-10T21:01:30.183" v="5767" actId="478"/>
        <pc:sldMkLst>
          <pc:docMk/>
          <pc:sldMk cId="3247392775" sldId="653"/>
        </pc:sldMkLst>
        <pc:spChg chg="mod">
          <ac:chgData name="Amber Lim" userId="fa9da5a9-0323-48a9-9e93-10d42f103e5f" providerId="ADAL" clId="{3E8CA304-358B-4DB4-9DB0-088E4873AAAA}" dt="2026-07-10T20:43:54.962" v="5095" actId="20577"/>
          <ac:spMkLst>
            <pc:docMk/>
            <pc:sldMk cId="3247392775" sldId="653"/>
            <ac:spMk id="5" creationId="{4AE69EBF-26B9-1081-C228-F642ABA4EFEB}"/>
          </ac:spMkLst>
        </pc:spChg>
        <pc:spChg chg="add mod">
          <ac:chgData name="Amber Lim" userId="fa9da5a9-0323-48a9-9e93-10d42f103e5f" providerId="ADAL" clId="{3E8CA304-358B-4DB4-9DB0-088E4873AAAA}" dt="2026-07-10T20:47:12.351" v="5608" actId="122"/>
          <ac:spMkLst>
            <pc:docMk/>
            <pc:sldMk cId="3247392775" sldId="653"/>
            <ac:spMk id="6" creationId="{20E421C1-4B64-4A58-B351-29503384EC1C}"/>
          </ac:spMkLst>
        </pc:spChg>
        <pc:spChg chg="mod">
          <ac:chgData name="Amber Lim" userId="fa9da5a9-0323-48a9-9e93-10d42f103e5f" providerId="ADAL" clId="{3E8CA304-358B-4DB4-9DB0-088E4873AAAA}" dt="2026-07-10T20:53:30.586" v="5663" actId="14861"/>
          <ac:spMkLst>
            <pc:docMk/>
            <pc:sldMk cId="3247392775" sldId="653"/>
            <ac:spMk id="7" creationId="{4CC02E79-9727-60C5-B599-F054FBFA62C9}"/>
          </ac:spMkLst>
        </pc:spChg>
      </pc:sldChg>
      <pc:sldChg chg="addSp delSp modSp add mod">
        <pc:chgData name="Amber Lim" userId="fa9da5a9-0323-48a9-9e93-10d42f103e5f" providerId="ADAL" clId="{3E8CA304-358B-4DB4-9DB0-088E4873AAAA}" dt="2026-07-10T21:07:32.488" v="5844" actId="14100"/>
        <pc:sldMkLst>
          <pc:docMk/>
          <pc:sldMk cId="776425687" sldId="654"/>
        </pc:sldMkLst>
        <pc:spChg chg="mod">
          <ac:chgData name="Amber Lim" userId="fa9da5a9-0323-48a9-9e93-10d42f103e5f" providerId="ADAL" clId="{3E8CA304-358B-4DB4-9DB0-088E4873AAAA}" dt="2026-07-10T21:07:32.488" v="5844" actId="14100"/>
          <ac:spMkLst>
            <pc:docMk/>
            <pc:sldMk cId="776425687" sldId="654"/>
            <ac:spMk id="6" creationId="{666DD79D-DBE7-AFD0-EF60-0E4849ED6D6B}"/>
          </ac:spMkLst>
        </pc:spChg>
        <pc:spChg chg="add mod">
          <ac:chgData name="Amber Lim" userId="fa9da5a9-0323-48a9-9e93-10d42f103e5f" providerId="ADAL" clId="{3E8CA304-358B-4DB4-9DB0-088E4873AAAA}" dt="2026-07-10T21:07:09.054" v="5838"/>
          <ac:spMkLst>
            <pc:docMk/>
            <pc:sldMk cId="776425687" sldId="654"/>
            <ac:spMk id="18" creationId="{5AF97640-BBCA-7C5A-E7AE-6CD208562689}"/>
          </ac:spMkLst>
        </pc:spChg>
        <pc:spChg chg="mod">
          <ac:chgData name="Amber Lim" userId="fa9da5a9-0323-48a9-9e93-10d42f103e5f" providerId="ADAL" clId="{3E8CA304-358B-4DB4-9DB0-088E4873AAAA}" dt="2026-07-10T21:07:09.054" v="5838"/>
          <ac:spMkLst>
            <pc:docMk/>
            <pc:sldMk cId="776425687" sldId="654"/>
            <ac:spMk id="25" creationId="{3563A709-E6F0-A70C-D88C-BDE7053D0C06}"/>
          </ac:spMkLst>
        </pc:spChg>
        <pc:spChg chg="add mod">
          <ac:chgData name="Amber Lim" userId="fa9da5a9-0323-48a9-9e93-10d42f103e5f" providerId="ADAL" clId="{3E8CA304-358B-4DB4-9DB0-088E4873AAAA}" dt="2026-07-10T21:07:24.184" v="5843" actId="14100"/>
          <ac:spMkLst>
            <pc:docMk/>
            <pc:sldMk cId="776425687" sldId="654"/>
            <ac:spMk id="30" creationId="{2B56B391-E728-AD42-7BCF-A712D4461BBA}"/>
          </ac:spMkLst>
        </pc:spChg>
        <pc:grpChg chg="add mod">
          <ac:chgData name="Amber Lim" userId="fa9da5a9-0323-48a9-9e93-10d42f103e5f" providerId="ADAL" clId="{3E8CA304-358B-4DB4-9DB0-088E4873AAAA}" dt="2026-07-10T21:07:09.054" v="5838"/>
          <ac:grpSpMkLst>
            <pc:docMk/>
            <pc:sldMk cId="776425687" sldId="654"/>
            <ac:grpSpMk id="23" creationId="{C699308A-A08C-5ED9-597A-A2C8870E9999}"/>
          </ac:grpSpMkLst>
        </pc:grpChg>
        <pc:picChg chg="mod">
          <ac:chgData name="Amber Lim" userId="fa9da5a9-0323-48a9-9e93-10d42f103e5f" providerId="ADAL" clId="{3E8CA304-358B-4DB4-9DB0-088E4873AAAA}" dt="2026-07-10T21:07:09.054" v="5838"/>
          <ac:picMkLst>
            <pc:docMk/>
            <pc:sldMk cId="776425687" sldId="654"/>
            <ac:picMk id="27" creationId="{33896BE6-6FD6-5C57-F478-853685A17FE1}"/>
          </ac:picMkLst>
        </pc:picChg>
        <pc:picChg chg="add mod">
          <ac:chgData name="Amber Lim" userId="fa9da5a9-0323-48a9-9e93-10d42f103e5f" providerId="ADAL" clId="{3E8CA304-358B-4DB4-9DB0-088E4873AAAA}" dt="2026-07-10T21:07:09.054" v="5838"/>
          <ac:picMkLst>
            <pc:docMk/>
            <pc:sldMk cId="776425687" sldId="654"/>
            <ac:picMk id="28" creationId="{CA5B8BFD-0F5D-5852-1093-5453CC5C5EDB}"/>
          </ac:picMkLst>
        </pc:picChg>
        <pc:cxnChg chg="add mod">
          <ac:chgData name="Amber Lim" userId="fa9da5a9-0323-48a9-9e93-10d42f103e5f" providerId="ADAL" clId="{3E8CA304-358B-4DB4-9DB0-088E4873AAAA}" dt="2026-07-10T21:07:09.054" v="5838"/>
          <ac:cxnSpMkLst>
            <pc:docMk/>
            <pc:sldMk cId="776425687" sldId="654"/>
            <ac:cxnSpMk id="20" creationId="{9D9F9361-B75B-0C2E-BC16-37D67FD1B6AC}"/>
          </ac:cxnSpMkLst>
        </pc:cxnChg>
      </pc:sldChg>
      <pc:sldChg chg="addSp delSp modSp add mod">
        <pc:chgData name="Amber Lim" userId="fa9da5a9-0323-48a9-9e93-10d42f103e5f" providerId="ADAL" clId="{3E8CA304-358B-4DB4-9DB0-088E4873AAAA}" dt="2026-07-10T21:24:37.392" v="6005"/>
        <pc:sldMkLst>
          <pc:docMk/>
          <pc:sldMk cId="701577929" sldId="655"/>
        </pc:sldMkLst>
        <pc:spChg chg="ord">
          <ac:chgData name="Amber Lim" userId="fa9da5a9-0323-48a9-9e93-10d42f103e5f" providerId="ADAL" clId="{3E8CA304-358B-4DB4-9DB0-088E4873AAAA}" dt="2026-07-10T21:24:36.582" v="6004" actId="166"/>
          <ac:spMkLst>
            <pc:docMk/>
            <pc:sldMk cId="701577929" sldId="655"/>
            <ac:spMk id="6" creationId="{FC781B16-4BD2-C6AE-3C94-92B38DD019F4}"/>
          </ac:spMkLst>
        </pc:spChg>
        <pc:spChg chg="add mod">
          <ac:chgData name="Amber Lim" userId="fa9da5a9-0323-48a9-9e93-10d42f103e5f" providerId="ADAL" clId="{3E8CA304-358B-4DB4-9DB0-088E4873AAAA}" dt="2026-07-10T21:24:37.392" v="6005"/>
          <ac:spMkLst>
            <pc:docMk/>
            <pc:sldMk cId="701577929" sldId="655"/>
            <ac:spMk id="14" creationId="{5A823529-7CE3-5E43-9D14-BB4CC2608E6D}"/>
          </ac:spMkLst>
        </pc:spChg>
        <pc:spChg chg="mod">
          <ac:chgData name="Amber Lim" userId="fa9da5a9-0323-48a9-9e93-10d42f103e5f" providerId="ADAL" clId="{3E8CA304-358B-4DB4-9DB0-088E4873AAAA}" dt="2026-07-10T21:24:37.392" v="6005"/>
          <ac:spMkLst>
            <pc:docMk/>
            <pc:sldMk cId="701577929" sldId="655"/>
            <ac:spMk id="16" creationId="{91617E5B-9F2D-B836-956A-2D9221808427}"/>
          </ac:spMkLst>
        </pc:spChg>
        <pc:spChg chg="mod">
          <ac:chgData name="Amber Lim" userId="fa9da5a9-0323-48a9-9e93-10d42f103e5f" providerId="ADAL" clId="{3E8CA304-358B-4DB4-9DB0-088E4873AAAA}" dt="2026-07-10T21:24:37.392" v="6005"/>
          <ac:spMkLst>
            <pc:docMk/>
            <pc:sldMk cId="701577929" sldId="655"/>
            <ac:spMk id="17" creationId="{54377DE2-D6E1-B5C1-4C27-7280A1BA6D78}"/>
          </ac:spMkLst>
        </pc:spChg>
        <pc:spChg chg="mod">
          <ac:chgData name="Amber Lim" userId="fa9da5a9-0323-48a9-9e93-10d42f103e5f" providerId="ADAL" clId="{3E8CA304-358B-4DB4-9DB0-088E4873AAAA}" dt="2026-07-10T21:24:37.392" v="6005"/>
          <ac:spMkLst>
            <pc:docMk/>
            <pc:sldMk cId="701577929" sldId="655"/>
            <ac:spMk id="19" creationId="{39EBCAF1-CE16-3F30-FAFB-72374D145EF5}"/>
          </ac:spMkLst>
        </pc:spChg>
        <pc:spChg chg="add mod">
          <ac:chgData name="Amber Lim" userId="fa9da5a9-0323-48a9-9e93-10d42f103e5f" providerId="ADAL" clId="{3E8CA304-358B-4DB4-9DB0-088E4873AAAA}" dt="2026-07-10T21:24:37.392" v="6005"/>
          <ac:spMkLst>
            <pc:docMk/>
            <pc:sldMk cId="701577929" sldId="655"/>
            <ac:spMk id="33" creationId="{17224377-6485-AE3E-152F-EAD989DA27B9}"/>
          </ac:spMkLst>
        </pc:spChg>
        <pc:picChg chg="add mod">
          <ac:chgData name="Amber Lim" userId="fa9da5a9-0323-48a9-9e93-10d42f103e5f" providerId="ADAL" clId="{3E8CA304-358B-4DB4-9DB0-088E4873AAAA}" dt="2026-07-10T21:24:37.392" v="6005"/>
          <ac:picMkLst>
            <pc:docMk/>
            <pc:sldMk cId="701577929" sldId="655"/>
            <ac:picMk id="7" creationId="{02198465-7ABC-7E21-17FC-6CA639B3BB3E}"/>
          </ac:picMkLst>
        </pc:picChg>
        <pc:picChg chg="mod">
          <ac:chgData name="Amber Lim" userId="fa9da5a9-0323-48a9-9e93-10d42f103e5f" providerId="ADAL" clId="{3E8CA304-358B-4DB4-9DB0-088E4873AAAA}" dt="2026-07-10T21:24:37.392" v="6005"/>
          <ac:picMkLst>
            <pc:docMk/>
            <pc:sldMk cId="701577929" sldId="655"/>
            <ac:picMk id="29" creationId="{F8CED74F-8580-DA3E-38EF-855EE0B4F856}"/>
          </ac:picMkLst>
        </pc:picChg>
        <pc:picChg chg="mod">
          <ac:chgData name="Amber Lim" userId="fa9da5a9-0323-48a9-9e93-10d42f103e5f" providerId="ADAL" clId="{3E8CA304-358B-4DB4-9DB0-088E4873AAAA}" dt="2026-07-10T21:24:37.392" v="6005"/>
          <ac:picMkLst>
            <pc:docMk/>
            <pc:sldMk cId="701577929" sldId="655"/>
            <ac:picMk id="31" creationId="{17E43EFE-98CF-A788-55F8-ADA0BE9DAA76}"/>
          </ac:picMkLst>
        </pc:picChg>
        <pc:picChg chg="mod">
          <ac:chgData name="Amber Lim" userId="fa9da5a9-0323-48a9-9e93-10d42f103e5f" providerId="ADAL" clId="{3E8CA304-358B-4DB4-9DB0-088E4873AAAA}" dt="2026-07-10T21:24:37.392" v="6005"/>
          <ac:picMkLst>
            <pc:docMk/>
            <pc:sldMk cId="701577929" sldId="655"/>
            <ac:picMk id="32" creationId="{F6CB557F-A34D-2F9A-46F9-DBAE8130D5C8}"/>
          </ac:picMkLst>
        </pc:picChg>
        <pc:picChg chg="add mod">
          <ac:chgData name="Amber Lim" userId="fa9da5a9-0323-48a9-9e93-10d42f103e5f" providerId="ADAL" clId="{3E8CA304-358B-4DB4-9DB0-088E4873AAAA}" dt="2026-07-10T21:24:37.392" v="6005"/>
          <ac:picMkLst>
            <pc:docMk/>
            <pc:sldMk cId="701577929" sldId="655"/>
            <ac:picMk id="35" creationId="{A7066637-D918-6D91-DE2A-99B8FA01C6F6}"/>
          </ac:picMkLst>
        </pc:picChg>
      </pc:sldChg>
      <pc:sldChg chg="addSp delSp modSp add mod ord">
        <pc:chgData name="Amber Lim" userId="fa9da5a9-0323-48a9-9e93-10d42f103e5f" providerId="ADAL" clId="{3E8CA304-358B-4DB4-9DB0-088E4873AAAA}" dt="2026-07-10T21:51:51.925" v="6675" actId="1076"/>
        <pc:sldMkLst>
          <pc:docMk/>
          <pc:sldMk cId="2981127461" sldId="657"/>
        </pc:sldMkLst>
        <pc:spChg chg="mod ord">
          <ac:chgData name="Amber Lim" userId="fa9da5a9-0323-48a9-9e93-10d42f103e5f" providerId="ADAL" clId="{3E8CA304-358B-4DB4-9DB0-088E4873AAAA}" dt="2026-07-10T21:51:51.925" v="6675" actId="1076"/>
          <ac:spMkLst>
            <pc:docMk/>
            <pc:sldMk cId="2981127461" sldId="657"/>
            <ac:spMk id="3" creationId="{E6C55CA0-730B-16FA-6B8B-1503CC0B563D}"/>
          </ac:spMkLst>
        </pc:spChg>
        <pc:spChg chg="mod">
          <ac:chgData name="Amber Lim" userId="fa9da5a9-0323-48a9-9e93-10d42f103e5f" providerId="ADAL" clId="{3E8CA304-358B-4DB4-9DB0-088E4873AAAA}" dt="2026-07-10T21:49:33.843" v="6630" actId="2711"/>
          <ac:spMkLst>
            <pc:docMk/>
            <pc:sldMk cId="2981127461" sldId="657"/>
            <ac:spMk id="7" creationId="{73186CD3-2317-7E11-57C3-9B591DBBDB61}"/>
          </ac:spMkLst>
        </pc:spChg>
        <pc:spChg chg="mod">
          <ac:chgData name="Amber Lim" userId="fa9da5a9-0323-48a9-9e93-10d42f103e5f" providerId="ADAL" clId="{3E8CA304-358B-4DB4-9DB0-088E4873AAAA}" dt="2026-07-10T21:49:36.654" v="6631" actId="1076"/>
          <ac:spMkLst>
            <pc:docMk/>
            <pc:sldMk cId="2981127461" sldId="657"/>
            <ac:spMk id="8" creationId="{DA1E73CD-DF5B-5A28-FD9C-A59E0495CB6C}"/>
          </ac:spMkLst>
        </pc:spChg>
        <pc:spChg chg="mod">
          <ac:chgData name="Amber Lim" userId="fa9da5a9-0323-48a9-9e93-10d42f103e5f" providerId="ADAL" clId="{3E8CA304-358B-4DB4-9DB0-088E4873AAAA}" dt="2026-07-10T21:46:57.034" v="6610" actId="207"/>
          <ac:spMkLst>
            <pc:docMk/>
            <pc:sldMk cId="2981127461" sldId="657"/>
            <ac:spMk id="10" creationId="{DA4D63D3-4773-3630-D13A-5EC5F8C6332B}"/>
          </ac:spMkLst>
        </pc:spChg>
        <pc:spChg chg="mod">
          <ac:chgData name="Amber Lim" userId="fa9da5a9-0323-48a9-9e93-10d42f103e5f" providerId="ADAL" clId="{3E8CA304-358B-4DB4-9DB0-088E4873AAAA}" dt="2026-07-10T21:46:29.920" v="6603"/>
          <ac:spMkLst>
            <pc:docMk/>
            <pc:sldMk cId="2981127461" sldId="657"/>
            <ac:spMk id="11" creationId="{4F6199D0-3177-40F6-827A-474702C6B910}"/>
          </ac:spMkLst>
        </pc:spChg>
        <pc:spChg chg="mod">
          <ac:chgData name="Amber Lim" userId="fa9da5a9-0323-48a9-9e93-10d42f103e5f" providerId="ADAL" clId="{3E8CA304-358B-4DB4-9DB0-088E4873AAAA}" dt="2026-07-10T21:46:29.920" v="6603"/>
          <ac:spMkLst>
            <pc:docMk/>
            <pc:sldMk cId="2981127461" sldId="657"/>
            <ac:spMk id="15" creationId="{CEACE300-0A3F-AA38-0497-46BF947144AE}"/>
          </ac:spMkLst>
        </pc:spChg>
        <pc:spChg chg="mod">
          <ac:chgData name="Amber Lim" userId="fa9da5a9-0323-48a9-9e93-10d42f103e5f" providerId="ADAL" clId="{3E8CA304-358B-4DB4-9DB0-088E4873AAAA}" dt="2026-07-10T21:46:29.920" v="6603"/>
          <ac:spMkLst>
            <pc:docMk/>
            <pc:sldMk cId="2981127461" sldId="657"/>
            <ac:spMk id="16" creationId="{9429C689-2142-A665-053D-864A8E945A2B}"/>
          </ac:spMkLst>
        </pc:spChg>
        <pc:grpChg chg="add mod">
          <ac:chgData name="Amber Lim" userId="fa9da5a9-0323-48a9-9e93-10d42f103e5f" providerId="ADAL" clId="{3E8CA304-358B-4DB4-9DB0-088E4873AAAA}" dt="2026-07-10T21:46:29.920" v="6603"/>
          <ac:grpSpMkLst>
            <pc:docMk/>
            <pc:sldMk cId="2981127461" sldId="657"/>
            <ac:grpSpMk id="9" creationId="{53C1A0CF-7BE4-BF38-3A9E-4DDBA47A2E1B}"/>
          </ac:grpSpMkLst>
        </pc:grpChg>
        <pc:grpChg chg="mod">
          <ac:chgData name="Amber Lim" userId="fa9da5a9-0323-48a9-9e93-10d42f103e5f" providerId="ADAL" clId="{3E8CA304-358B-4DB4-9DB0-088E4873AAAA}" dt="2026-07-10T21:46:29.920" v="6603"/>
          <ac:grpSpMkLst>
            <pc:docMk/>
            <pc:sldMk cId="2981127461" sldId="657"/>
            <ac:grpSpMk id="13" creationId="{8D48B504-011F-B7AB-375F-7836F76123E5}"/>
          </ac:grpSpMkLst>
        </pc:grpChg>
        <pc:cxnChg chg="add del mod ord">
          <ac:chgData name="Amber Lim" userId="fa9da5a9-0323-48a9-9e93-10d42f103e5f" providerId="ADAL" clId="{3E8CA304-358B-4DB4-9DB0-088E4873AAAA}" dt="2026-07-10T21:51:51.925" v="6675" actId="1076"/>
          <ac:cxnSpMkLst>
            <pc:docMk/>
            <pc:sldMk cId="2981127461" sldId="657"/>
            <ac:cxnSpMk id="5" creationId="{4779B406-9A1A-340A-54F5-23923C6EEC41}"/>
          </ac:cxnSpMkLst>
        </pc:cxnChg>
      </pc:sldChg>
      <pc:sldChg chg="addSp delSp modSp new del mod modClrScheme chgLayout">
        <pc:chgData name="Amber Lim" userId="fa9da5a9-0323-48a9-9e93-10d42f103e5f" providerId="ADAL" clId="{3E8CA304-358B-4DB4-9DB0-088E4873AAAA}" dt="2026-07-13T04:09:56.439" v="7044" actId="47"/>
        <pc:sldMkLst>
          <pc:docMk/>
          <pc:sldMk cId="1791819658" sldId="658"/>
        </pc:sldMkLst>
        <pc:spChg chg="del mod ord">
          <ac:chgData name="Amber Lim" userId="fa9da5a9-0323-48a9-9e93-10d42f103e5f" providerId="ADAL" clId="{3E8CA304-358B-4DB4-9DB0-088E4873AAAA}" dt="2026-07-13T04:09:10.384" v="7014" actId="700"/>
          <ac:spMkLst>
            <pc:docMk/>
            <pc:sldMk cId="1791819658" sldId="658"/>
            <ac:spMk id="2" creationId="{81E24524-BD62-C3A5-E2AF-915C9F5802A6}"/>
          </ac:spMkLst>
        </pc:spChg>
        <pc:spChg chg="del mod ord">
          <ac:chgData name="Amber Lim" userId="fa9da5a9-0323-48a9-9e93-10d42f103e5f" providerId="ADAL" clId="{3E8CA304-358B-4DB4-9DB0-088E4873AAAA}" dt="2026-07-13T04:09:10.384" v="7014" actId="700"/>
          <ac:spMkLst>
            <pc:docMk/>
            <pc:sldMk cId="1791819658" sldId="658"/>
            <ac:spMk id="3" creationId="{3FDA1B5C-460F-3B6E-7DF8-BC7881A7626C}"/>
          </ac:spMkLst>
        </pc:spChg>
        <pc:spChg chg="mod ord">
          <ac:chgData name="Amber Lim" userId="fa9da5a9-0323-48a9-9e93-10d42f103e5f" providerId="ADAL" clId="{3E8CA304-358B-4DB4-9DB0-088E4873AAAA}" dt="2026-07-13T04:09:10.384" v="7014" actId="700"/>
          <ac:spMkLst>
            <pc:docMk/>
            <pc:sldMk cId="1791819658" sldId="658"/>
            <ac:spMk id="4" creationId="{88626E8D-5589-5952-9133-4BB1226E2547}"/>
          </ac:spMkLst>
        </pc:spChg>
        <pc:spChg chg="add mod ord">
          <ac:chgData name="Amber Lim" userId="fa9da5a9-0323-48a9-9e93-10d42f103e5f" providerId="ADAL" clId="{3E8CA304-358B-4DB4-9DB0-088E4873AAAA}" dt="2026-07-13T04:09:33" v="7040" actId="21"/>
          <ac:spMkLst>
            <pc:docMk/>
            <pc:sldMk cId="1791819658" sldId="658"/>
            <ac:spMk id="5" creationId="{9F5C3EC3-8F37-6F18-1C28-3367852946E2}"/>
          </ac:spMkLst>
        </pc:spChg>
        <pc:spChg chg="add mod ord">
          <ac:chgData name="Amber Lim" userId="fa9da5a9-0323-48a9-9e93-10d42f103e5f" providerId="ADAL" clId="{3E8CA304-358B-4DB4-9DB0-088E4873AAAA}" dt="2026-07-13T04:09:10.384" v="7014" actId="700"/>
          <ac:spMkLst>
            <pc:docMk/>
            <pc:sldMk cId="1791819658" sldId="658"/>
            <ac:spMk id="6" creationId="{89082E9C-6740-3C87-FE60-920A62E67605}"/>
          </ac:spMkLst>
        </pc:spChg>
      </pc:sldChg>
      <pc:sldChg chg="addSp delSp modSp add del mod">
        <pc:chgData name="Amber Lim" userId="fa9da5a9-0323-48a9-9e93-10d42f103e5f" providerId="ADAL" clId="{3E8CA304-358B-4DB4-9DB0-088E4873AAAA}" dt="2026-07-13T04:16:43.048" v="7382" actId="2696"/>
        <pc:sldMkLst>
          <pc:docMk/>
          <pc:sldMk cId="631657850" sldId="659"/>
        </pc:sldMkLst>
        <pc:spChg chg="add del mod">
          <ac:chgData name="Amber Lim" userId="fa9da5a9-0323-48a9-9e93-10d42f103e5f" providerId="ADAL" clId="{3E8CA304-358B-4DB4-9DB0-088E4873AAAA}" dt="2026-07-13T04:10:04.919" v="7046" actId="478"/>
          <ac:spMkLst>
            <pc:docMk/>
            <pc:sldMk cId="631657850" sldId="659"/>
            <ac:spMk id="4" creationId="{A50DF2B6-E806-5234-AEF4-07EE506C97EE}"/>
          </ac:spMkLst>
        </pc:spChg>
        <pc:spChg chg="mod">
          <ac:chgData name="Amber Lim" userId="fa9da5a9-0323-48a9-9e93-10d42f103e5f" providerId="ADAL" clId="{3E8CA304-358B-4DB4-9DB0-088E4873AAAA}" dt="2026-07-13T04:12:09.304" v="7101" actId="207"/>
          <ac:spMkLst>
            <pc:docMk/>
            <pc:sldMk cId="631657850" sldId="659"/>
            <ac:spMk id="5" creationId="{997CD22E-DDDE-658E-DE2A-14BDFA34459D}"/>
          </ac:spMkLst>
        </pc:spChg>
        <pc:spChg chg="del">
          <ac:chgData name="Amber Lim" userId="fa9da5a9-0323-48a9-9e93-10d42f103e5f" providerId="ADAL" clId="{3E8CA304-358B-4DB4-9DB0-088E4873AAAA}" dt="2026-07-13T04:10:02.793" v="7045" actId="478"/>
          <ac:spMkLst>
            <pc:docMk/>
            <pc:sldMk cId="631657850" sldId="659"/>
            <ac:spMk id="6" creationId="{1C460026-3D1A-BFAD-4263-9C88330F4B28}"/>
          </ac:spMkLst>
        </pc:spChg>
        <pc:spChg chg="del">
          <ac:chgData name="Amber Lim" userId="fa9da5a9-0323-48a9-9e93-10d42f103e5f" providerId="ADAL" clId="{3E8CA304-358B-4DB4-9DB0-088E4873AAAA}" dt="2026-07-13T04:10:02.793" v="7045" actId="478"/>
          <ac:spMkLst>
            <pc:docMk/>
            <pc:sldMk cId="631657850" sldId="659"/>
            <ac:spMk id="7" creationId="{D873C55C-E481-5114-F5FD-0355A3FB2C97}"/>
          </ac:spMkLst>
        </pc:spChg>
        <pc:spChg chg="add del mod">
          <ac:chgData name="Amber Lim" userId="fa9da5a9-0323-48a9-9e93-10d42f103e5f" providerId="ADAL" clId="{3E8CA304-358B-4DB4-9DB0-088E4873AAAA}" dt="2026-07-13T04:10:51.506" v="7066" actId="478"/>
          <ac:spMkLst>
            <pc:docMk/>
            <pc:sldMk cId="631657850" sldId="659"/>
            <ac:spMk id="8" creationId="{F46C47D1-3EEC-FB1B-D76E-2B1869BD42D9}"/>
          </ac:spMkLst>
        </pc:spChg>
        <pc:spChg chg="add mod">
          <ac:chgData name="Amber Lim" userId="fa9da5a9-0323-48a9-9e93-10d42f103e5f" providerId="ADAL" clId="{3E8CA304-358B-4DB4-9DB0-088E4873AAAA}" dt="2026-07-13T04:14:20.714" v="7326" actId="1076"/>
          <ac:spMkLst>
            <pc:docMk/>
            <pc:sldMk cId="631657850" sldId="659"/>
            <ac:spMk id="9" creationId="{88974916-EC78-4C2C-CF09-7EE74BD0556E}"/>
          </ac:spMkLst>
        </pc:spChg>
        <pc:spChg chg="add mod">
          <ac:chgData name="Amber Lim" userId="fa9da5a9-0323-48a9-9e93-10d42f103e5f" providerId="ADAL" clId="{3E8CA304-358B-4DB4-9DB0-088E4873AAAA}" dt="2026-07-13T04:15:49.515" v="7379" actId="403"/>
          <ac:spMkLst>
            <pc:docMk/>
            <pc:sldMk cId="631657850" sldId="659"/>
            <ac:spMk id="10" creationId="{C52E2BD6-BFD4-A2F2-BC70-82D9940D55C1}"/>
          </ac:spMkLst>
        </pc:spChg>
        <pc:spChg chg="add mod">
          <ac:chgData name="Amber Lim" userId="fa9da5a9-0323-48a9-9e93-10d42f103e5f" providerId="ADAL" clId="{3E8CA304-358B-4DB4-9DB0-088E4873AAAA}" dt="2026-07-13T04:15:49.515" v="7379" actId="403"/>
          <ac:spMkLst>
            <pc:docMk/>
            <pc:sldMk cId="631657850" sldId="659"/>
            <ac:spMk id="11" creationId="{0DCA1F30-AB47-5D75-FAAE-6FF6C5DE1949}"/>
          </ac:spMkLst>
        </pc:spChg>
        <pc:spChg chg="add mod">
          <ac:chgData name="Amber Lim" userId="fa9da5a9-0323-48a9-9e93-10d42f103e5f" providerId="ADAL" clId="{3E8CA304-358B-4DB4-9DB0-088E4873AAAA}" dt="2026-07-13T04:15:08.884" v="7372" actId="114"/>
          <ac:spMkLst>
            <pc:docMk/>
            <pc:sldMk cId="631657850" sldId="659"/>
            <ac:spMk id="12" creationId="{832F1994-2B87-D7A9-E0CB-68FA7BEA551C}"/>
          </ac:spMkLst>
        </pc:spChg>
        <pc:spChg chg="mod">
          <ac:chgData name="Amber Lim" userId="fa9da5a9-0323-48a9-9e93-10d42f103e5f" providerId="ADAL" clId="{3E8CA304-358B-4DB4-9DB0-088E4873AAAA}" dt="2026-07-13T04:14:20.714" v="7326" actId="1076"/>
          <ac:spMkLst>
            <pc:docMk/>
            <pc:sldMk cId="631657850" sldId="659"/>
            <ac:spMk id="13" creationId="{18DD7B5E-2313-5677-0697-805A1673D72B}"/>
          </ac:spMkLst>
        </pc:spChg>
        <pc:spChg chg="del">
          <ac:chgData name="Amber Lim" userId="fa9da5a9-0323-48a9-9e93-10d42f103e5f" providerId="ADAL" clId="{3E8CA304-358B-4DB4-9DB0-088E4873AAAA}" dt="2026-07-13T04:10:02.793" v="7045" actId="478"/>
          <ac:spMkLst>
            <pc:docMk/>
            <pc:sldMk cId="631657850" sldId="659"/>
            <ac:spMk id="17" creationId="{5700D534-4DE9-0F54-F243-EE30BA29ACD1}"/>
          </ac:spMkLst>
        </pc:spChg>
        <pc:spChg chg="del">
          <ac:chgData name="Amber Lim" userId="fa9da5a9-0323-48a9-9e93-10d42f103e5f" providerId="ADAL" clId="{3E8CA304-358B-4DB4-9DB0-088E4873AAAA}" dt="2026-07-13T04:10:02.793" v="7045" actId="478"/>
          <ac:spMkLst>
            <pc:docMk/>
            <pc:sldMk cId="631657850" sldId="659"/>
            <ac:spMk id="22" creationId="{B4DC26EB-7D7F-1C58-24A0-4B2D8B0700FC}"/>
          </ac:spMkLst>
        </pc:spChg>
      </pc:sldChg>
      <pc:sldChg chg="modSp new mod">
        <pc:chgData name="Amber Lim" userId="fa9da5a9-0323-48a9-9e93-10d42f103e5f" providerId="ADAL" clId="{3E8CA304-358B-4DB4-9DB0-088E4873AAAA}" dt="2026-07-13T04:16:59.110" v="7410" actId="20577"/>
        <pc:sldMkLst>
          <pc:docMk/>
          <pc:sldMk cId="148317989" sldId="660"/>
        </pc:sldMkLst>
        <pc:spChg chg="mod">
          <ac:chgData name="Amber Lim" userId="fa9da5a9-0323-48a9-9e93-10d42f103e5f" providerId="ADAL" clId="{3E8CA304-358B-4DB4-9DB0-088E4873AAAA}" dt="2026-07-13T04:16:59.110" v="7410" actId="20577"/>
          <ac:spMkLst>
            <pc:docMk/>
            <pc:sldMk cId="148317989" sldId="660"/>
            <ac:spMk id="2" creationId="{FF2328FA-A61D-59C6-8FD5-809FE381B975}"/>
          </ac:spMkLst>
        </pc:spChg>
      </pc:sldChg>
      <pc:sldChg chg="add del">
        <pc:chgData name="Amber Lim" userId="fa9da5a9-0323-48a9-9e93-10d42f103e5f" providerId="ADAL" clId="{3E8CA304-358B-4DB4-9DB0-088E4873AAAA}" dt="2026-07-13T04:15:56.617" v="7380" actId="47"/>
        <pc:sldMkLst>
          <pc:docMk/>
          <pc:sldMk cId="2874418419" sldId="660"/>
        </pc:sldMkLst>
      </pc:sldChg>
      <pc:sldChg chg="new del">
        <pc:chgData name="Amber Lim" userId="fa9da5a9-0323-48a9-9e93-10d42f103e5f" providerId="ADAL" clId="{3E8CA304-358B-4DB4-9DB0-088E4873AAAA}" dt="2026-07-13T04:27:36.952" v="8615" actId="47"/>
        <pc:sldMkLst>
          <pc:docMk/>
          <pc:sldMk cId="3888913527" sldId="661"/>
        </pc:sldMkLst>
      </pc:sldChg>
      <pc:sldChg chg="addSp delSp modSp new mod">
        <pc:chgData name="Amber Lim" userId="fa9da5a9-0323-48a9-9e93-10d42f103e5f" providerId="ADAL" clId="{3E8CA304-358B-4DB4-9DB0-088E4873AAAA}" dt="2026-07-13T04:58:03.509" v="9249" actId="20577"/>
        <pc:sldMkLst>
          <pc:docMk/>
          <pc:sldMk cId="1172972742" sldId="662"/>
        </pc:sldMkLst>
        <pc:spChg chg="mod">
          <ac:chgData name="Amber Lim" userId="fa9da5a9-0323-48a9-9e93-10d42f103e5f" providerId="ADAL" clId="{3E8CA304-358B-4DB4-9DB0-088E4873AAAA}" dt="2026-07-13T04:17:33.876" v="7450" actId="20577"/>
          <ac:spMkLst>
            <pc:docMk/>
            <pc:sldMk cId="1172972742" sldId="662"/>
            <ac:spMk id="2" creationId="{7AECDA5F-7E6F-B41C-9100-2C9BFA51B372}"/>
          </ac:spMkLst>
        </pc:spChg>
        <pc:spChg chg="mod">
          <ac:chgData name="Amber Lim" userId="fa9da5a9-0323-48a9-9e93-10d42f103e5f" providerId="ADAL" clId="{3E8CA304-358B-4DB4-9DB0-088E4873AAAA}" dt="2026-07-13T04:58:03.509" v="9249" actId="20577"/>
          <ac:spMkLst>
            <pc:docMk/>
            <pc:sldMk cId="1172972742" sldId="662"/>
            <ac:spMk id="3" creationId="{45909EC9-57EB-BAB7-1255-88C2228856F5}"/>
          </ac:spMkLst>
        </pc:spChg>
        <pc:spChg chg="add del mod">
          <ac:chgData name="Amber Lim" userId="fa9da5a9-0323-48a9-9e93-10d42f103e5f" providerId="ADAL" clId="{3E8CA304-358B-4DB4-9DB0-088E4873AAAA}" dt="2026-07-13T04:57:55.281" v="9243" actId="478"/>
          <ac:spMkLst>
            <pc:docMk/>
            <pc:sldMk cId="1172972742" sldId="662"/>
            <ac:spMk id="5" creationId="{0FA06B0B-57A2-DE23-E9DD-0F29CA5277E1}"/>
          </ac:spMkLst>
        </pc:spChg>
      </pc:sldChg>
      <pc:sldChg chg="addSp modSp add mod">
        <pc:chgData name="Amber Lim" userId="fa9da5a9-0323-48a9-9e93-10d42f103e5f" providerId="ADAL" clId="{3E8CA304-358B-4DB4-9DB0-088E4873AAAA}" dt="2026-07-13T04:39:54.291" v="9045" actId="113"/>
        <pc:sldMkLst>
          <pc:docMk/>
          <pc:sldMk cId="3716658841" sldId="663"/>
        </pc:sldMkLst>
        <pc:spChg chg="add mod">
          <ac:chgData name="Amber Lim" userId="fa9da5a9-0323-48a9-9e93-10d42f103e5f" providerId="ADAL" clId="{3E8CA304-358B-4DB4-9DB0-088E4873AAAA}" dt="2026-07-13T04:36:58.894" v="8715" actId="14100"/>
          <ac:spMkLst>
            <pc:docMk/>
            <pc:sldMk cId="3716658841" sldId="663"/>
            <ac:spMk id="6" creationId="{6C0C0F41-E0AE-9F70-CB18-AC2F738276EB}"/>
          </ac:spMkLst>
        </pc:spChg>
        <pc:spChg chg="add mod">
          <ac:chgData name="Amber Lim" userId="fa9da5a9-0323-48a9-9e93-10d42f103e5f" providerId="ADAL" clId="{3E8CA304-358B-4DB4-9DB0-088E4873AAAA}" dt="2026-07-13T04:39:54.291" v="9045" actId="113"/>
          <ac:spMkLst>
            <pc:docMk/>
            <pc:sldMk cId="3716658841" sldId="663"/>
            <ac:spMk id="7" creationId="{5EF353B1-CC02-7137-E663-7819CB3AFC93}"/>
          </ac:spMkLst>
        </pc:spChg>
      </pc:sldChg>
      <pc:sldChg chg="modSp add mod">
        <pc:chgData name="Amber Lim" userId="fa9da5a9-0323-48a9-9e93-10d42f103e5f" providerId="ADAL" clId="{3E8CA304-358B-4DB4-9DB0-088E4873AAAA}" dt="2026-07-13T04:58:26.973" v="9254" actId="255"/>
        <pc:sldMkLst>
          <pc:docMk/>
          <pc:sldMk cId="4099917257" sldId="664"/>
        </pc:sldMkLst>
        <pc:spChg chg="mod">
          <ac:chgData name="Amber Lim" userId="fa9da5a9-0323-48a9-9e93-10d42f103e5f" providerId="ADAL" clId="{3E8CA304-358B-4DB4-9DB0-088E4873AAAA}" dt="2026-07-13T04:58:26.973" v="9254" actId="255"/>
          <ac:spMkLst>
            <pc:docMk/>
            <pc:sldMk cId="4099917257" sldId="664"/>
            <ac:spMk id="3" creationId="{FC81A8A1-B12B-F5D9-73C9-2C5E378436BC}"/>
          </ac:spMkLst>
        </pc:spChg>
      </pc:sldChg>
      <pc:sldMasterChg chg="modSp mod">
        <pc:chgData name="Amber Lim" userId="fa9da5a9-0323-48a9-9e93-10d42f103e5f" providerId="ADAL" clId="{3E8CA304-358B-4DB4-9DB0-088E4873AAAA}" dt="2026-07-09T15:38:42.106" v="2574" actId="20577"/>
        <pc:sldMasterMkLst>
          <pc:docMk/>
          <pc:sldMasterMk cId="520676943" sldId="2147483661"/>
        </pc:sldMasterMkLst>
        <pc:spChg chg="mod">
          <ac:chgData name="Amber Lim" userId="fa9da5a9-0323-48a9-9e93-10d42f103e5f" providerId="ADAL" clId="{3E8CA304-358B-4DB4-9DB0-088E4873AAAA}" dt="2026-07-09T15:38:42.106" v="2574" actId="20577"/>
          <ac:spMkLst>
            <pc:docMk/>
            <pc:sldMasterMk cId="520676943" sldId="2147483661"/>
            <ac:spMk id="1031" creationId="{00000000-0000-0000-0000-000000000000}"/>
          </ac:spMkLst>
        </pc:sp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xambe\Downloads\gapminder-life-expectancy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Life Expectancy</a:t>
            </a:r>
            <a:r>
              <a:rPr lang="en-US" b="1" baseline="0"/>
              <a:t> for </a:t>
            </a:r>
            <a:r>
              <a:rPr lang="en-US" b="1"/>
              <a:t>Brazil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'gapminder-life-expectancy'!$A$28</c:f>
              <c:strCache>
                <c:ptCount val="1"/>
                <c:pt idx="0">
                  <c:v>Brazil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trendline>
            <c:spPr>
              <a:ln w="28575" cap="rnd">
                <a:solidFill>
                  <a:schemeClr val="accent1"/>
                </a:solidFill>
                <a:prstDash val="dash"/>
              </a:ln>
              <a:effectLst/>
            </c:spPr>
            <c:trendlineType val="linear"/>
            <c:dispRSqr val="0"/>
            <c:dispEq val="0"/>
          </c:trendline>
          <c:xVal>
            <c:numRef>
              <c:f>'gapminder-life-expectancy'!$B$1:$HJ$1</c:f>
              <c:numCache>
                <c:formatCode>General</c:formatCode>
                <c:ptCount val="217"/>
                <c:pt idx="0">
                  <c:v>1800</c:v>
                </c:pt>
                <c:pt idx="1">
                  <c:v>1801</c:v>
                </c:pt>
                <c:pt idx="2">
                  <c:v>1802</c:v>
                </c:pt>
                <c:pt idx="3">
                  <c:v>1803</c:v>
                </c:pt>
                <c:pt idx="4">
                  <c:v>1804</c:v>
                </c:pt>
                <c:pt idx="5">
                  <c:v>1805</c:v>
                </c:pt>
                <c:pt idx="6">
                  <c:v>1806</c:v>
                </c:pt>
                <c:pt idx="7">
                  <c:v>1807</c:v>
                </c:pt>
                <c:pt idx="8">
                  <c:v>1808</c:v>
                </c:pt>
                <c:pt idx="9">
                  <c:v>1809</c:v>
                </c:pt>
                <c:pt idx="10">
                  <c:v>1810</c:v>
                </c:pt>
                <c:pt idx="11">
                  <c:v>1811</c:v>
                </c:pt>
                <c:pt idx="12">
                  <c:v>1812</c:v>
                </c:pt>
                <c:pt idx="13">
                  <c:v>1813</c:v>
                </c:pt>
                <c:pt idx="14">
                  <c:v>1814</c:v>
                </c:pt>
                <c:pt idx="15">
                  <c:v>1815</c:v>
                </c:pt>
                <c:pt idx="16">
                  <c:v>1816</c:v>
                </c:pt>
                <c:pt idx="17">
                  <c:v>1817</c:v>
                </c:pt>
                <c:pt idx="18">
                  <c:v>1818</c:v>
                </c:pt>
                <c:pt idx="19">
                  <c:v>1819</c:v>
                </c:pt>
                <c:pt idx="20">
                  <c:v>1820</c:v>
                </c:pt>
                <c:pt idx="21">
                  <c:v>1821</c:v>
                </c:pt>
                <c:pt idx="22">
                  <c:v>1822</c:v>
                </c:pt>
                <c:pt idx="23">
                  <c:v>1823</c:v>
                </c:pt>
                <c:pt idx="24">
                  <c:v>1824</c:v>
                </c:pt>
                <c:pt idx="25">
                  <c:v>1825</c:v>
                </c:pt>
                <c:pt idx="26">
                  <c:v>1826</c:v>
                </c:pt>
                <c:pt idx="27">
                  <c:v>1827</c:v>
                </c:pt>
                <c:pt idx="28">
                  <c:v>1828</c:v>
                </c:pt>
                <c:pt idx="29">
                  <c:v>1829</c:v>
                </c:pt>
                <c:pt idx="30">
                  <c:v>1830</c:v>
                </c:pt>
                <c:pt idx="31">
                  <c:v>1831</c:v>
                </c:pt>
                <c:pt idx="32">
                  <c:v>1832</c:v>
                </c:pt>
                <c:pt idx="33">
                  <c:v>1833</c:v>
                </c:pt>
                <c:pt idx="34">
                  <c:v>1834</c:v>
                </c:pt>
                <c:pt idx="35">
                  <c:v>1835</c:v>
                </c:pt>
                <c:pt idx="36">
                  <c:v>1836</c:v>
                </c:pt>
                <c:pt idx="37">
                  <c:v>1837</c:v>
                </c:pt>
                <c:pt idx="38">
                  <c:v>1838</c:v>
                </c:pt>
                <c:pt idx="39">
                  <c:v>1839</c:v>
                </c:pt>
                <c:pt idx="40">
                  <c:v>1840</c:v>
                </c:pt>
                <c:pt idx="41">
                  <c:v>1841</c:v>
                </c:pt>
                <c:pt idx="42">
                  <c:v>1842</c:v>
                </c:pt>
                <c:pt idx="43">
                  <c:v>1843</c:v>
                </c:pt>
                <c:pt idx="44">
                  <c:v>1844</c:v>
                </c:pt>
                <c:pt idx="45">
                  <c:v>1845</c:v>
                </c:pt>
                <c:pt idx="46">
                  <c:v>1846</c:v>
                </c:pt>
                <c:pt idx="47">
                  <c:v>1847</c:v>
                </c:pt>
                <c:pt idx="48">
                  <c:v>1848</c:v>
                </c:pt>
                <c:pt idx="49">
                  <c:v>1849</c:v>
                </c:pt>
                <c:pt idx="50">
                  <c:v>1850</c:v>
                </c:pt>
                <c:pt idx="51">
                  <c:v>1851</c:v>
                </c:pt>
                <c:pt idx="52">
                  <c:v>1852</c:v>
                </c:pt>
                <c:pt idx="53">
                  <c:v>1853</c:v>
                </c:pt>
                <c:pt idx="54">
                  <c:v>1854</c:v>
                </c:pt>
                <c:pt idx="55">
                  <c:v>1855</c:v>
                </c:pt>
                <c:pt idx="56">
                  <c:v>1856</c:v>
                </c:pt>
                <c:pt idx="57">
                  <c:v>1857</c:v>
                </c:pt>
                <c:pt idx="58">
                  <c:v>1858</c:v>
                </c:pt>
                <c:pt idx="59">
                  <c:v>1859</c:v>
                </c:pt>
                <c:pt idx="60">
                  <c:v>1860</c:v>
                </c:pt>
                <c:pt idx="61">
                  <c:v>1861</c:v>
                </c:pt>
                <c:pt idx="62">
                  <c:v>1862</c:v>
                </c:pt>
                <c:pt idx="63">
                  <c:v>1863</c:v>
                </c:pt>
                <c:pt idx="64">
                  <c:v>1864</c:v>
                </c:pt>
                <c:pt idx="65">
                  <c:v>1865</c:v>
                </c:pt>
                <c:pt idx="66">
                  <c:v>1866</c:v>
                </c:pt>
                <c:pt idx="67">
                  <c:v>1867</c:v>
                </c:pt>
                <c:pt idx="68">
                  <c:v>1868</c:v>
                </c:pt>
                <c:pt idx="69">
                  <c:v>1869</c:v>
                </c:pt>
                <c:pt idx="70">
                  <c:v>1870</c:v>
                </c:pt>
                <c:pt idx="71">
                  <c:v>1871</c:v>
                </c:pt>
                <c:pt idx="72">
                  <c:v>1872</c:v>
                </c:pt>
                <c:pt idx="73">
                  <c:v>1873</c:v>
                </c:pt>
                <c:pt idx="74">
                  <c:v>1874</c:v>
                </c:pt>
                <c:pt idx="75">
                  <c:v>1875</c:v>
                </c:pt>
                <c:pt idx="76">
                  <c:v>1876</c:v>
                </c:pt>
                <c:pt idx="77">
                  <c:v>1877</c:v>
                </c:pt>
                <c:pt idx="78">
                  <c:v>1878</c:v>
                </c:pt>
                <c:pt idx="79">
                  <c:v>1879</c:v>
                </c:pt>
                <c:pt idx="80">
                  <c:v>1880</c:v>
                </c:pt>
                <c:pt idx="81">
                  <c:v>1881</c:v>
                </c:pt>
                <c:pt idx="82">
                  <c:v>1882</c:v>
                </c:pt>
                <c:pt idx="83">
                  <c:v>1883</c:v>
                </c:pt>
                <c:pt idx="84">
                  <c:v>1884</c:v>
                </c:pt>
                <c:pt idx="85">
                  <c:v>1885</c:v>
                </c:pt>
                <c:pt idx="86">
                  <c:v>1886</c:v>
                </c:pt>
                <c:pt idx="87">
                  <c:v>1887</c:v>
                </c:pt>
                <c:pt idx="88">
                  <c:v>1888</c:v>
                </c:pt>
                <c:pt idx="89">
                  <c:v>1889</c:v>
                </c:pt>
                <c:pt idx="90">
                  <c:v>1890</c:v>
                </c:pt>
                <c:pt idx="91">
                  <c:v>1891</c:v>
                </c:pt>
                <c:pt idx="92">
                  <c:v>1892</c:v>
                </c:pt>
                <c:pt idx="93">
                  <c:v>1893</c:v>
                </c:pt>
                <c:pt idx="94">
                  <c:v>1894</c:v>
                </c:pt>
                <c:pt idx="95">
                  <c:v>1895</c:v>
                </c:pt>
                <c:pt idx="96">
                  <c:v>1896</c:v>
                </c:pt>
                <c:pt idx="97">
                  <c:v>1897</c:v>
                </c:pt>
                <c:pt idx="98">
                  <c:v>1898</c:v>
                </c:pt>
                <c:pt idx="99">
                  <c:v>1899</c:v>
                </c:pt>
                <c:pt idx="100">
                  <c:v>1900</c:v>
                </c:pt>
                <c:pt idx="101">
                  <c:v>1901</c:v>
                </c:pt>
                <c:pt idx="102">
                  <c:v>1902</c:v>
                </c:pt>
                <c:pt idx="103">
                  <c:v>1903</c:v>
                </c:pt>
                <c:pt idx="104">
                  <c:v>1904</c:v>
                </c:pt>
                <c:pt idx="105">
                  <c:v>1905</c:v>
                </c:pt>
                <c:pt idx="106">
                  <c:v>1906</c:v>
                </c:pt>
                <c:pt idx="107">
                  <c:v>1907</c:v>
                </c:pt>
                <c:pt idx="108">
                  <c:v>1908</c:v>
                </c:pt>
                <c:pt idx="109">
                  <c:v>1909</c:v>
                </c:pt>
                <c:pt idx="110">
                  <c:v>1910</c:v>
                </c:pt>
                <c:pt idx="111">
                  <c:v>1911</c:v>
                </c:pt>
                <c:pt idx="112">
                  <c:v>1912</c:v>
                </c:pt>
                <c:pt idx="113">
                  <c:v>1913</c:v>
                </c:pt>
                <c:pt idx="114">
                  <c:v>1914</c:v>
                </c:pt>
                <c:pt idx="115">
                  <c:v>1915</c:v>
                </c:pt>
                <c:pt idx="116">
                  <c:v>1916</c:v>
                </c:pt>
                <c:pt idx="117">
                  <c:v>1917</c:v>
                </c:pt>
                <c:pt idx="118">
                  <c:v>1918</c:v>
                </c:pt>
                <c:pt idx="119">
                  <c:v>1919</c:v>
                </c:pt>
                <c:pt idx="120">
                  <c:v>1920</c:v>
                </c:pt>
                <c:pt idx="121">
                  <c:v>1921</c:v>
                </c:pt>
                <c:pt idx="122">
                  <c:v>1922</c:v>
                </c:pt>
                <c:pt idx="123">
                  <c:v>1923</c:v>
                </c:pt>
                <c:pt idx="124">
                  <c:v>1924</c:v>
                </c:pt>
                <c:pt idx="125">
                  <c:v>1925</c:v>
                </c:pt>
                <c:pt idx="126">
                  <c:v>1926</c:v>
                </c:pt>
                <c:pt idx="127">
                  <c:v>1927</c:v>
                </c:pt>
                <c:pt idx="128">
                  <c:v>1928</c:v>
                </c:pt>
                <c:pt idx="129">
                  <c:v>1929</c:v>
                </c:pt>
                <c:pt idx="130">
                  <c:v>1930</c:v>
                </c:pt>
                <c:pt idx="131">
                  <c:v>1931</c:v>
                </c:pt>
                <c:pt idx="132">
                  <c:v>1932</c:v>
                </c:pt>
                <c:pt idx="133">
                  <c:v>1933</c:v>
                </c:pt>
                <c:pt idx="134">
                  <c:v>1934</c:v>
                </c:pt>
                <c:pt idx="135">
                  <c:v>1935</c:v>
                </c:pt>
                <c:pt idx="136">
                  <c:v>1936</c:v>
                </c:pt>
                <c:pt idx="137">
                  <c:v>1937</c:v>
                </c:pt>
                <c:pt idx="138">
                  <c:v>1938</c:v>
                </c:pt>
                <c:pt idx="139">
                  <c:v>1939</c:v>
                </c:pt>
                <c:pt idx="140">
                  <c:v>1940</c:v>
                </c:pt>
                <c:pt idx="141">
                  <c:v>1941</c:v>
                </c:pt>
                <c:pt idx="142">
                  <c:v>1942</c:v>
                </c:pt>
                <c:pt idx="143">
                  <c:v>1943</c:v>
                </c:pt>
                <c:pt idx="144">
                  <c:v>1944</c:v>
                </c:pt>
                <c:pt idx="145">
                  <c:v>1945</c:v>
                </c:pt>
                <c:pt idx="146">
                  <c:v>1946</c:v>
                </c:pt>
                <c:pt idx="147">
                  <c:v>1947</c:v>
                </c:pt>
                <c:pt idx="148">
                  <c:v>1948</c:v>
                </c:pt>
                <c:pt idx="149">
                  <c:v>1949</c:v>
                </c:pt>
                <c:pt idx="150">
                  <c:v>1950</c:v>
                </c:pt>
                <c:pt idx="151">
                  <c:v>1951</c:v>
                </c:pt>
                <c:pt idx="152">
                  <c:v>1952</c:v>
                </c:pt>
                <c:pt idx="153">
                  <c:v>1953</c:v>
                </c:pt>
                <c:pt idx="154">
                  <c:v>1954</c:v>
                </c:pt>
                <c:pt idx="155">
                  <c:v>1955</c:v>
                </c:pt>
                <c:pt idx="156">
                  <c:v>1956</c:v>
                </c:pt>
                <c:pt idx="157">
                  <c:v>1957</c:v>
                </c:pt>
                <c:pt idx="158">
                  <c:v>1958</c:v>
                </c:pt>
                <c:pt idx="159">
                  <c:v>1959</c:v>
                </c:pt>
                <c:pt idx="160">
                  <c:v>1960</c:v>
                </c:pt>
                <c:pt idx="161">
                  <c:v>1961</c:v>
                </c:pt>
                <c:pt idx="162">
                  <c:v>1962</c:v>
                </c:pt>
                <c:pt idx="163">
                  <c:v>1963</c:v>
                </c:pt>
                <c:pt idx="164">
                  <c:v>1964</c:v>
                </c:pt>
                <c:pt idx="165">
                  <c:v>1965</c:v>
                </c:pt>
                <c:pt idx="166">
                  <c:v>1966</c:v>
                </c:pt>
                <c:pt idx="167">
                  <c:v>1967</c:v>
                </c:pt>
                <c:pt idx="168">
                  <c:v>1968</c:v>
                </c:pt>
                <c:pt idx="169">
                  <c:v>1969</c:v>
                </c:pt>
                <c:pt idx="170">
                  <c:v>1970</c:v>
                </c:pt>
                <c:pt idx="171">
                  <c:v>1971</c:v>
                </c:pt>
                <c:pt idx="172">
                  <c:v>1972</c:v>
                </c:pt>
                <c:pt idx="173">
                  <c:v>1973</c:v>
                </c:pt>
                <c:pt idx="174">
                  <c:v>1974</c:v>
                </c:pt>
                <c:pt idx="175">
                  <c:v>1975</c:v>
                </c:pt>
                <c:pt idx="176">
                  <c:v>1976</c:v>
                </c:pt>
                <c:pt idx="177">
                  <c:v>1977</c:v>
                </c:pt>
                <c:pt idx="178">
                  <c:v>1978</c:v>
                </c:pt>
                <c:pt idx="179">
                  <c:v>1979</c:v>
                </c:pt>
                <c:pt idx="180">
                  <c:v>1980</c:v>
                </c:pt>
                <c:pt idx="181">
                  <c:v>1981</c:v>
                </c:pt>
                <c:pt idx="182">
                  <c:v>1982</c:v>
                </c:pt>
                <c:pt idx="183">
                  <c:v>1983</c:v>
                </c:pt>
                <c:pt idx="184">
                  <c:v>1984</c:v>
                </c:pt>
                <c:pt idx="185">
                  <c:v>1985</c:v>
                </c:pt>
                <c:pt idx="186">
                  <c:v>1986</c:v>
                </c:pt>
                <c:pt idx="187">
                  <c:v>1987</c:v>
                </c:pt>
                <c:pt idx="188">
                  <c:v>1988</c:v>
                </c:pt>
                <c:pt idx="189">
                  <c:v>1989</c:v>
                </c:pt>
                <c:pt idx="190">
                  <c:v>1990</c:v>
                </c:pt>
                <c:pt idx="191">
                  <c:v>1991</c:v>
                </c:pt>
                <c:pt idx="192">
                  <c:v>1992</c:v>
                </c:pt>
                <c:pt idx="193">
                  <c:v>1993</c:v>
                </c:pt>
                <c:pt idx="194">
                  <c:v>1994</c:v>
                </c:pt>
                <c:pt idx="195">
                  <c:v>1995</c:v>
                </c:pt>
                <c:pt idx="196">
                  <c:v>1996</c:v>
                </c:pt>
                <c:pt idx="197">
                  <c:v>1997</c:v>
                </c:pt>
                <c:pt idx="198">
                  <c:v>1998</c:v>
                </c:pt>
                <c:pt idx="199">
                  <c:v>1999</c:v>
                </c:pt>
                <c:pt idx="200">
                  <c:v>2000</c:v>
                </c:pt>
                <c:pt idx="201">
                  <c:v>2001</c:v>
                </c:pt>
                <c:pt idx="202">
                  <c:v>2002</c:v>
                </c:pt>
                <c:pt idx="203">
                  <c:v>2003</c:v>
                </c:pt>
                <c:pt idx="204">
                  <c:v>2004</c:v>
                </c:pt>
                <c:pt idx="205">
                  <c:v>2005</c:v>
                </c:pt>
                <c:pt idx="206">
                  <c:v>2006</c:v>
                </c:pt>
                <c:pt idx="207">
                  <c:v>2007</c:v>
                </c:pt>
                <c:pt idx="208">
                  <c:v>2008</c:v>
                </c:pt>
                <c:pt idx="209">
                  <c:v>2009</c:v>
                </c:pt>
                <c:pt idx="210">
                  <c:v>2010</c:v>
                </c:pt>
                <c:pt idx="211">
                  <c:v>2011</c:v>
                </c:pt>
                <c:pt idx="212">
                  <c:v>2012</c:v>
                </c:pt>
                <c:pt idx="213">
                  <c:v>2013</c:v>
                </c:pt>
                <c:pt idx="214">
                  <c:v>2014</c:v>
                </c:pt>
                <c:pt idx="215">
                  <c:v>2015</c:v>
                </c:pt>
                <c:pt idx="216">
                  <c:v>2016</c:v>
                </c:pt>
              </c:numCache>
            </c:numRef>
          </c:xVal>
          <c:yVal>
            <c:numRef>
              <c:f>'gapminder-life-expectancy'!$B$28:$HJ$28</c:f>
              <c:numCache>
                <c:formatCode>General</c:formatCode>
                <c:ptCount val="217"/>
                <c:pt idx="0">
                  <c:v>32</c:v>
                </c:pt>
                <c:pt idx="1">
                  <c:v>32</c:v>
                </c:pt>
                <c:pt idx="2">
                  <c:v>32</c:v>
                </c:pt>
                <c:pt idx="3">
                  <c:v>32</c:v>
                </c:pt>
                <c:pt idx="4">
                  <c:v>32</c:v>
                </c:pt>
                <c:pt idx="5">
                  <c:v>32</c:v>
                </c:pt>
                <c:pt idx="6">
                  <c:v>32</c:v>
                </c:pt>
                <c:pt idx="7">
                  <c:v>32</c:v>
                </c:pt>
                <c:pt idx="8">
                  <c:v>32</c:v>
                </c:pt>
                <c:pt idx="9">
                  <c:v>32</c:v>
                </c:pt>
                <c:pt idx="10">
                  <c:v>32</c:v>
                </c:pt>
                <c:pt idx="11">
                  <c:v>32</c:v>
                </c:pt>
                <c:pt idx="12">
                  <c:v>32</c:v>
                </c:pt>
                <c:pt idx="13">
                  <c:v>32</c:v>
                </c:pt>
                <c:pt idx="14">
                  <c:v>32</c:v>
                </c:pt>
                <c:pt idx="15">
                  <c:v>32</c:v>
                </c:pt>
                <c:pt idx="16">
                  <c:v>32</c:v>
                </c:pt>
                <c:pt idx="17">
                  <c:v>32</c:v>
                </c:pt>
                <c:pt idx="18">
                  <c:v>32</c:v>
                </c:pt>
                <c:pt idx="19">
                  <c:v>32</c:v>
                </c:pt>
                <c:pt idx="20">
                  <c:v>32</c:v>
                </c:pt>
                <c:pt idx="21">
                  <c:v>32</c:v>
                </c:pt>
                <c:pt idx="22">
                  <c:v>32</c:v>
                </c:pt>
                <c:pt idx="23">
                  <c:v>32</c:v>
                </c:pt>
                <c:pt idx="24">
                  <c:v>32</c:v>
                </c:pt>
                <c:pt idx="25">
                  <c:v>32</c:v>
                </c:pt>
                <c:pt idx="26">
                  <c:v>31.99</c:v>
                </c:pt>
                <c:pt idx="27">
                  <c:v>31.99</c:v>
                </c:pt>
                <c:pt idx="28">
                  <c:v>31.99</c:v>
                </c:pt>
                <c:pt idx="29">
                  <c:v>31.99</c:v>
                </c:pt>
                <c:pt idx="30">
                  <c:v>31.99</c:v>
                </c:pt>
                <c:pt idx="31">
                  <c:v>31.99</c:v>
                </c:pt>
                <c:pt idx="32">
                  <c:v>31.99</c:v>
                </c:pt>
                <c:pt idx="33">
                  <c:v>31.99</c:v>
                </c:pt>
                <c:pt idx="34">
                  <c:v>31.99</c:v>
                </c:pt>
                <c:pt idx="35">
                  <c:v>31.99</c:v>
                </c:pt>
                <c:pt idx="36">
                  <c:v>31.99</c:v>
                </c:pt>
                <c:pt idx="37">
                  <c:v>31.99</c:v>
                </c:pt>
                <c:pt idx="38">
                  <c:v>31.99</c:v>
                </c:pt>
                <c:pt idx="39">
                  <c:v>31.99</c:v>
                </c:pt>
                <c:pt idx="40">
                  <c:v>31.99</c:v>
                </c:pt>
                <c:pt idx="41">
                  <c:v>31.99</c:v>
                </c:pt>
                <c:pt idx="42">
                  <c:v>31.99</c:v>
                </c:pt>
                <c:pt idx="43">
                  <c:v>31.99</c:v>
                </c:pt>
                <c:pt idx="44">
                  <c:v>31.99</c:v>
                </c:pt>
                <c:pt idx="45">
                  <c:v>31.99</c:v>
                </c:pt>
                <c:pt idx="46">
                  <c:v>31.99</c:v>
                </c:pt>
                <c:pt idx="47">
                  <c:v>31.99</c:v>
                </c:pt>
                <c:pt idx="48">
                  <c:v>31.99</c:v>
                </c:pt>
                <c:pt idx="49">
                  <c:v>31.99</c:v>
                </c:pt>
                <c:pt idx="50">
                  <c:v>31.99</c:v>
                </c:pt>
                <c:pt idx="51">
                  <c:v>31.99</c:v>
                </c:pt>
                <c:pt idx="52">
                  <c:v>31.99</c:v>
                </c:pt>
                <c:pt idx="53">
                  <c:v>31.99</c:v>
                </c:pt>
                <c:pt idx="54">
                  <c:v>31.99</c:v>
                </c:pt>
                <c:pt idx="55">
                  <c:v>31.99</c:v>
                </c:pt>
                <c:pt idx="56">
                  <c:v>31.99</c:v>
                </c:pt>
                <c:pt idx="57">
                  <c:v>31.99</c:v>
                </c:pt>
                <c:pt idx="58">
                  <c:v>31.99</c:v>
                </c:pt>
                <c:pt idx="59">
                  <c:v>31.99</c:v>
                </c:pt>
                <c:pt idx="60">
                  <c:v>31.99</c:v>
                </c:pt>
                <c:pt idx="61">
                  <c:v>31.99</c:v>
                </c:pt>
                <c:pt idx="62">
                  <c:v>31.99</c:v>
                </c:pt>
                <c:pt idx="63">
                  <c:v>31.99</c:v>
                </c:pt>
                <c:pt idx="64">
                  <c:v>31.99</c:v>
                </c:pt>
                <c:pt idx="65">
                  <c:v>31.99</c:v>
                </c:pt>
                <c:pt idx="66">
                  <c:v>31.99</c:v>
                </c:pt>
                <c:pt idx="67">
                  <c:v>31.99</c:v>
                </c:pt>
                <c:pt idx="68">
                  <c:v>31.99</c:v>
                </c:pt>
                <c:pt idx="69">
                  <c:v>31.99</c:v>
                </c:pt>
                <c:pt idx="70">
                  <c:v>31.99</c:v>
                </c:pt>
                <c:pt idx="71">
                  <c:v>31.99</c:v>
                </c:pt>
                <c:pt idx="72">
                  <c:v>31.99</c:v>
                </c:pt>
                <c:pt idx="73">
                  <c:v>31.99</c:v>
                </c:pt>
                <c:pt idx="74">
                  <c:v>31.99</c:v>
                </c:pt>
                <c:pt idx="75">
                  <c:v>31.99</c:v>
                </c:pt>
                <c:pt idx="76">
                  <c:v>31.99</c:v>
                </c:pt>
                <c:pt idx="77">
                  <c:v>31.99</c:v>
                </c:pt>
                <c:pt idx="78">
                  <c:v>31.98</c:v>
                </c:pt>
                <c:pt idx="79">
                  <c:v>31.98</c:v>
                </c:pt>
                <c:pt idx="80">
                  <c:v>31.98</c:v>
                </c:pt>
                <c:pt idx="81">
                  <c:v>31.98</c:v>
                </c:pt>
                <c:pt idx="82">
                  <c:v>31.98</c:v>
                </c:pt>
                <c:pt idx="83">
                  <c:v>31.98</c:v>
                </c:pt>
                <c:pt idx="84">
                  <c:v>31.98</c:v>
                </c:pt>
                <c:pt idx="85">
                  <c:v>31.98</c:v>
                </c:pt>
                <c:pt idx="86">
                  <c:v>31.98</c:v>
                </c:pt>
                <c:pt idx="87">
                  <c:v>31.98</c:v>
                </c:pt>
                <c:pt idx="88">
                  <c:v>31.98</c:v>
                </c:pt>
                <c:pt idx="89">
                  <c:v>31.98</c:v>
                </c:pt>
                <c:pt idx="90">
                  <c:v>31.98</c:v>
                </c:pt>
                <c:pt idx="91">
                  <c:v>31.98</c:v>
                </c:pt>
                <c:pt idx="92">
                  <c:v>31.98</c:v>
                </c:pt>
                <c:pt idx="93">
                  <c:v>31.98</c:v>
                </c:pt>
                <c:pt idx="94">
                  <c:v>31.98</c:v>
                </c:pt>
                <c:pt idx="95">
                  <c:v>31.98</c:v>
                </c:pt>
                <c:pt idx="96">
                  <c:v>31.98</c:v>
                </c:pt>
                <c:pt idx="97">
                  <c:v>31.98</c:v>
                </c:pt>
                <c:pt idx="98">
                  <c:v>31.98</c:v>
                </c:pt>
                <c:pt idx="99">
                  <c:v>31.98</c:v>
                </c:pt>
                <c:pt idx="100">
                  <c:v>31.98</c:v>
                </c:pt>
                <c:pt idx="101">
                  <c:v>31.98</c:v>
                </c:pt>
                <c:pt idx="102">
                  <c:v>31.98</c:v>
                </c:pt>
                <c:pt idx="103">
                  <c:v>31.98</c:v>
                </c:pt>
                <c:pt idx="104">
                  <c:v>31.98</c:v>
                </c:pt>
                <c:pt idx="105">
                  <c:v>31.98</c:v>
                </c:pt>
                <c:pt idx="106">
                  <c:v>31.98</c:v>
                </c:pt>
                <c:pt idx="107">
                  <c:v>31.98</c:v>
                </c:pt>
                <c:pt idx="108">
                  <c:v>31.98</c:v>
                </c:pt>
                <c:pt idx="109">
                  <c:v>31.98</c:v>
                </c:pt>
                <c:pt idx="110">
                  <c:v>31.98</c:v>
                </c:pt>
                <c:pt idx="111">
                  <c:v>31.98</c:v>
                </c:pt>
                <c:pt idx="112">
                  <c:v>31.98</c:v>
                </c:pt>
                <c:pt idx="113">
                  <c:v>31.98</c:v>
                </c:pt>
                <c:pt idx="114">
                  <c:v>31.98</c:v>
                </c:pt>
                <c:pt idx="115">
                  <c:v>31.98</c:v>
                </c:pt>
                <c:pt idx="116">
                  <c:v>31.98</c:v>
                </c:pt>
                <c:pt idx="117">
                  <c:v>31.98</c:v>
                </c:pt>
                <c:pt idx="118">
                  <c:v>26.98</c:v>
                </c:pt>
                <c:pt idx="119">
                  <c:v>31.98</c:v>
                </c:pt>
                <c:pt idx="120">
                  <c:v>31.98</c:v>
                </c:pt>
                <c:pt idx="121">
                  <c:v>31.98</c:v>
                </c:pt>
                <c:pt idx="122">
                  <c:v>31.98</c:v>
                </c:pt>
                <c:pt idx="123">
                  <c:v>31.98</c:v>
                </c:pt>
                <c:pt idx="124">
                  <c:v>31.99</c:v>
                </c:pt>
                <c:pt idx="125">
                  <c:v>31.99</c:v>
                </c:pt>
                <c:pt idx="126">
                  <c:v>31.99</c:v>
                </c:pt>
                <c:pt idx="127">
                  <c:v>31.99</c:v>
                </c:pt>
                <c:pt idx="128">
                  <c:v>32</c:v>
                </c:pt>
                <c:pt idx="129">
                  <c:v>32</c:v>
                </c:pt>
                <c:pt idx="130">
                  <c:v>32</c:v>
                </c:pt>
                <c:pt idx="131">
                  <c:v>32.46</c:v>
                </c:pt>
                <c:pt idx="132">
                  <c:v>32.93</c:v>
                </c:pt>
                <c:pt idx="133">
                  <c:v>33.39</c:v>
                </c:pt>
                <c:pt idx="134">
                  <c:v>33.86</c:v>
                </c:pt>
                <c:pt idx="135">
                  <c:v>34.32</c:v>
                </c:pt>
                <c:pt idx="136">
                  <c:v>34.78</c:v>
                </c:pt>
                <c:pt idx="137">
                  <c:v>35.25</c:v>
                </c:pt>
                <c:pt idx="138">
                  <c:v>35.71</c:v>
                </c:pt>
                <c:pt idx="139">
                  <c:v>36.18</c:v>
                </c:pt>
                <c:pt idx="140">
                  <c:v>36.64</c:v>
                </c:pt>
                <c:pt idx="141">
                  <c:v>37.799999999999997</c:v>
                </c:pt>
                <c:pt idx="142">
                  <c:v>38.96</c:v>
                </c:pt>
                <c:pt idx="143">
                  <c:v>40.130000000000003</c:v>
                </c:pt>
                <c:pt idx="144">
                  <c:v>41.28</c:v>
                </c:pt>
                <c:pt idx="145">
                  <c:v>42.44</c:v>
                </c:pt>
                <c:pt idx="146">
                  <c:v>44.02</c:v>
                </c:pt>
                <c:pt idx="147">
                  <c:v>45.6</c:v>
                </c:pt>
                <c:pt idx="148">
                  <c:v>47.17</c:v>
                </c:pt>
                <c:pt idx="149">
                  <c:v>48.75</c:v>
                </c:pt>
                <c:pt idx="150">
                  <c:v>50.33</c:v>
                </c:pt>
                <c:pt idx="151">
                  <c:v>50.59</c:v>
                </c:pt>
                <c:pt idx="152">
                  <c:v>51.1</c:v>
                </c:pt>
                <c:pt idx="153">
                  <c:v>51.62</c:v>
                </c:pt>
                <c:pt idx="154">
                  <c:v>52.14</c:v>
                </c:pt>
                <c:pt idx="155">
                  <c:v>52.66</c:v>
                </c:pt>
                <c:pt idx="156">
                  <c:v>53.19</c:v>
                </c:pt>
                <c:pt idx="157">
                  <c:v>53.71</c:v>
                </c:pt>
                <c:pt idx="158">
                  <c:v>54.23</c:v>
                </c:pt>
                <c:pt idx="159">
                  <c:v>54.75</c:v>
                </c:pt>
                <c:pt idx="160">
                  <c:v>55.27</c:v>
                </c:pt>
                <c:pt idx="161">
                  <c:v>55.78</c:v>
                </c:pt>
                <c:pt idx="162">
                  <c:v>56.27</c:v>
                </c:pt>
                <c:pt idx="163">
                  <c:v>56.75</c:v>
                </c:pt>
                <c:pt idx="164">
                  <c:v>57.21</c:v>
                </c:pt>
                <c:pt idx="165">
                  <c:v>57.66</c:v>
                </c:pt>
                <c:pt idx="166">
                  <c:v>58.07</c:v>
                </c:pt>
                <c:pt idx="167">
                  <c:v>58.49</c:v>
                </c:pt>
                <c:pt idx="168">
                  <c:v>58.91</c:v>
                </c:pt>
                <c:pt idx="169">
                  <c:v>59.31</c:v>
                </c:pt>
                <c:pt idx="170">
                  <c:v>59.73</c:v>
                </c:pt>
                <c:pt idx="171">
                  <c:v>60.14</c:v>
                </c:pt>
                <c:pt idx="172">
                  <c:v>60.56</c:v>
                </c:pt>
                <c:pt idx="173">
                  <c:v>60.98</c:v>
                </c:pt>
                <c:pt idx="174">
                  <c:v>61.41</c:v>
                </c:pt>
                <c:pt idx="175">
                  <c:v>61.84</c:v>
                </c:pt>
                <c:pt idx="176">
                  <c:v>62.27</c:v>
                </c:pt>
                <c:pt idx="177">
                  <c:v>62.68</c:v>
                </c:pt>
                <c:pt idx="178">
                  <c:v>63.07</c:v>
                </c:pt>
                <c:pt idx="179">
                  <c:v>63.45</c:v>
                </c:pt>
                <c:pt idx="180">
                  <c:v>63.81</c:v>
                </c:pt>
                <c:pt idx="181">
                  <c:v>64.180000000000007</c:v>
                </c:pt>
                <c:pt idx="182">
                  <c:v>64.55</c:v>
                </c:pt>
                <c:pt idx="183">
                  <c:v>64.94</c:v>
                </c:pt>
                <c:pt idx="184">
                  <c:v>65.34</c:v>
                </c:pt>
                <c:pt idx="185">
                  <c:v>65.760000000000005</c:v>
                </c:pt>
                <c:pt idx="186">
                  <c:v>66.180000000000007</c:v>
                </c:pt>
                <c:pt idx="187">
                  <c:v>66.599999999999994</c:v>
                </c:pt>
                <c:pt idx="188">
                  <c:v>67.040000000000006</c:v>
                </c:pt>
                <c:pt idx="189">
                  <c:v>67.47</c:v>
                </c:pt>
                <c:pt idx="190">
                  <c:v>67.900000000000006</c:v>
                </c:pt>
                <c:pt idx="191">
                  <c:v>68.099999999999994</c:v>
                </c:pt>
                <c:pt idx="192">
                  <c:v>68.3</c:v>
                </c:pt>
                <c:pt idx="193">
                  <c:v>68.5</c:v>
                </c:pt>
                <c:pt idx="194">
                  <c:v>68.8</c:v>
                </c:pt>
                <c:pt idx="195">
                  <c:v>69</c:v>
                </c:pt>
                <c:pt idx="196">
                  <c:v>69.3</c:v>
                </c:pt>
                <c:pt idx="197">
                  <c:v>69.599999999999994</c:v>
                </c:pt>
                <c:pt idx="198">
                  <c:v>69.900000000000006</c:v>
                </c:pt>
                <c:pt idx="199">
                  <c:v>70.3</c:v>
                </c:pt>
                <c:pt idx="200">
                  <c:v>70.7</c:v>
                </c:pt>
                <c:pt idx="201">
                  <c:v>71.099999999999994</c:v>
                </c:pt>
                <c:pt idx="202">
                  <c:v>71.400000000000006</c:v>
                </c:pt>
                <c:pt idx="203">
                  <c:v>71.7</c:v>
                </c:pt>
                <c:pt idx="204">
                  <c:v>72</c:v>
                </c:pt>
                <c:pt idx="205">
                  <c:v>72.400000000000006</c:v>
                </c:pt>
                <c:pt idx="206">
                  <c:v>72.7</c:v>
                </c:pt>
                <c:pt idx="207">
                  <c:v>73</c:v>
                </c:pt>
                <c:pt idx="208">
                  <c:v>73.2</c:v>
                </c:pt>
                <c:pt idx="209">
                  <c:v>73.400000000000006</c:v>
                </c:pt>
                <c:pt idx="210">
                  <c:v>73.599999999999994</c:v>
                </c:pt>
                <c:pt idx="211">
                  <c:v>73.8</c:v>
                </c:pt>
                <c:pt idx="212">
                  <c:v>74</c:v>
                </c:pt>
                <c:pt idx="213">
                  <c:v>74.099999999999994</c:v>
                </c:pt>
                <c:pt idx="214">
                  <c:v>74.3</c:v>
                </c:pt>
                <c:pt idx="215">
                  <c:v>74.400000000000006</c:v>
                </c:pt>
                <c:pt idx="216">
                  <c:v>74.5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489A-45D7-A013-C70409C57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55303807"/>
        <c:axId val="1526167887"/>
      </c:scatterChart>
      <c:valAx>
        <c:axId val="1355303807"/>
        <c:scaling>
          <c:orientation val="minMax"/>
          <c:max val="2025"/>
          <c:min val="18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6167887"/>
        <c:crosses val="autoZero"/>
        <c:crossBetween val="midCat"/>
      </c:valAx>
      <c:valAx>
        <c:axId val="15261678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1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Life expectancy (years)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1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5303807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28575">
      <a:solidFill>
        <a:schemeClr val="tx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8E7E-9231-EE4D-BFDE-DE812827A51B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4D91B-2B9F-1340-BDB7-DF8BD2640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65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94EFC0-AD85-7345-87BA-F270C95DE262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8400" y="582613"/>
            <a:ext cx="51816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7529DA-6B9F-8B4E-B5B7-32194E71D7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0504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66261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32522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98783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65045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831306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97567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63827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930089" algn="l" defTabSz="366261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e4084166a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3e4084166a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these into tiles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>
          <a:extLst>
            <a:ext uri="{FF2B5EF4-FFF2-40B4-BE49-F238E27FC236}">
              <a16:creationId xmlns:a16="http://schemas.microsoft.com/office/drawing/2014/main" id="{DBFD6C8E-4CD1-11B6-B6EF-E83B91B4B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3e4084166a_0_36:notes">
            <a:extLst>
              <a:ext uri="{FF2B5EF4-FFF2-40B4-BE49-F238E27FC236}">
                <a16:creationId xmlns:a16="http://schemas.microsoft.com/office/drawing/2014/main" id="{1BEF4430-71EC-8333-B508-26857D6D7E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3e4084166a_0_36:notes">
            <a:extLst>
              <a:ext uri="{FF2B5EF4-FFF2-40B4-BE49-F238E27FC236}">
                <a16:creationId xmlns:a16="http://schemas.microsoft.com/office/drawing/2014/main" id="{A5FD40DD-6255-153E-DF41-F9DB6697C5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these into tiles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49833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>
                <a:solidFill>
                  <a:schemeClr val="hlink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47700" y="2914650"/>
            <a:ext cx="7810500" cy="1314450"/>
          </a:xfrm>
        </p:spPr>
        <p:txBody>
          <a:bodyPr/>
          <a:lstStyle>
            <a:lvl1pPr marL="0" indent="0" algn="ctr">
              <a:buFont typeface="Times" charset="0"/>
              <a:buNone/>
              <a:defRPr sz="2400" baseline="0">
                <a:solidFill>
                  <a:schemeClr val="hlink"/>
                </a:solidFill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945B819-F6D4-FE07-F094-8E74866691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726" y="114302"/>
            <a:ext cx="882648" cy="5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61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04EDED-A79F-9441-BA56-EB4E3B389F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46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047" indent="0">
              <a:buNone/>
              <a:defRPr sz="1800"/>
            </a:lvl2pPr>
            <a:lvl3pPr marL="914093" indent="0">
              <a:buNone/>
              <a:defRPr sz="1600"/>
            </a:lvl3pPr>
            <a:lvl4pPr marL="1371141" indent="0">
              <a:buNone/>
              <a:defRPr sz="1400"/>
            </a:lvl4pPr>
            <a:lvl5pPr marL="1828188" indent="0">
              <a:buNone/>
              <a:defRPr sz="1400"/>
            </a:lvl5pPr>
            <a:lvl6pPr marL="2285235" indent="0">
              <a:buNone/>
              <a:defRPr sz="1400"/>
            </a:lvl6pPr>
            <a:lvl7pPr marL="2742282" indent="0">
              <a:buNone/>
              <a:defRPr sz="1400"/>
            </a:lvl7pPr>
            <a:lvl8pPr marL="3199329" indent="0">
              <a:buNone/>
              <a:defRPr sz="1400"/>
            </a:lvl8pPr>
            <a:lvl9pPr marL="3656376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9B05A9-A215-CF4D-9C08-37C02F1243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79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4701" y="1000126"/>
            <a:ext cx="3810000" cy="351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7100" y="1000126"/>
            <a:ext cx="3810000" cy="3514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E7972-0240-D844-975F-605D2588B3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8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7" indent="0">
              <a:buNone/>
              <a:defRPr sz="2000" b="1"/>
            </a:lvl2pPr>
            <a:lvl3pPr marL="914093" indent="0">
              <a:buNone/>
              <a:defRPr sz="1800" b="1"/>
            </a:lvl3pPr>
            <a:lvl4pPr marL="1371141" indent="0">
              <a:buNone/>
              <a:defRPr sz="1600" b="1"/>
            </a:lvl4pPr>
            <a:lvl5pPr marL="1828188" indent="0">
              <a:buNone/>
              <a:defRPr sz="1600" b="1"/>
            </a:lvl5pPr>
            <a:lvl6pPr marL="2285235" indent="0">
              <a:buNone/>
              <a:defRPr sz="1600" b="1"/>
            </a:lvl6pPr>
            <a:lvl7pPr marL="2742282" indent="0">
              <a:buNone/>
              <a:defRPr sz="1600" b="1"/>
            </a:lvl7pPr>
            <a:lvl8pPr marL="3199329" indent="0">
              <a:buNone/>
              <a:defRPr sz="1600" b="1"/>
            </a:lvl8pPr>
            <a:lvl9pPr marL="36563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1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9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47" indent="0">
              <a:buNone/>
              <a:defRPr sz="2000" b="1"/>
            </a:lvl2pPr>
            <a:lvl3pPr marL="914093" indent="0">
              <a:buNone/>
              <a:defRPr sz="1800" b="1"/>
            </a:lvl3pPr>
            <a:lvl4pPr marL="1371141" indent="0">
              <a:buNone/>
              <a:defRPr sz="1600" b="1"/>
            </a:lvl4pPr>
            <a:lvl5pPr marL="1828188" indent="0">
              <a:buNone/>
              <a:defRPr sz="1600" b="1"/>
            </a:lvl5pPr>
            <a:lvl6pPr marL="2285235" indent="0">
              <a:buNone/>
              <a:defRPr sz="1600" b="1"/>
            </a:lvl6pPr>
            <a:lvl7pPr marL="2742282" indent="0">
              <a:buNone/>
              <a:defRPr sz="1600" b="1"/>
            </a:lvl7pPr>
            <a:lvl8pPr marL="3199329" indent="0">
              <a:buNone/>
              <a:defRPr sz="1600" b="1"/>
            </a:lvl8pPr>
            <a:lvl9pPr marL="365637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9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29984-A4AE-D543-90B6-CBFD41404E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4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81811-A12E-9745-9EEE-59EF689BEF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99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9DD681-2091-A647-8F62-08E72E581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613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1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47" indent="0">
              <a:buNone/>
              <a:defRPr sz="1200"/>
            </a:lvl2pPr>
            <a:lvl3pPr marL="914093" indent="0">
              <a:buNone/>
              <a:defRPr sz="1000"/>
            </a:lvl3pPr>
            <a:lvl4pPr marL="1371141" indent="0">
              <a:buNone/>
              <a:defRPr sz="900"/>
            </a:lvl4pPr>
            <a:lvl5pPr marL="1828188" indent="0">
              <a:buNone/>
              <a:defRPr sz="900"/>
            </a:lvl5pPr>
            <a:lvl6pPr marL="2285235" indent="0">
              <a:buNone/>
              <a:defRPr sz="900"/>
            </a:lvl6pPr>
            <a:lvl7pPr marL="2742282" indent="0">
              <a:buNone/>
              <a:defRPr sz="900"/>
            </a:lvl7pPr>
            <a:lvl8pPr marL="3199329" indent="0">
              <a:buNone/>
              <a:defRPr sz="900"/>
            </a:lvl8pPr>
            <a:lvl9pPr marL="36563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5EC728-E676-F047-B749-A08143A7E6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792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47" indent="0">
              <a:buNone/>
              <a:defRPr sz="2800"/>
            </a:lvl2pPr>
            <a:lvl3pPr marL="914093" indent="0">
              <a:buNone/>
              <a:defRPr sz="2400"/>
            </a:lvl3pPr>
            <a:lvl4pPr marL="1371141" indent="0">
              <a:buNone/>
              <a:defRPr sz="2000"/>
            </a:lvl4pPr>
            <a:lvl5pPr marL="1828188" indent="0">
              <a:buNone/>
              <a:defRPr sz="2000"/>
            </a:lvl5pPr>
            <a:lvl6pPr marL="2285235" indent="0">
              <a:buNone/>
              <a:defRPr sz="2000"/>
            </a:lvl6pPr>
            <a:lvl7pPr marL="2742282" indent="0">
              <a:buNone/>
              <a:defRPr sz="2000"/>
            </a:lvl7pPr>
            <a:lvl8pPr marL="3199329" indent="0">
              <a:buNone/>
              <a:defRPr sz="2000"/>
            </a:lvl8pPr>
            <a:lvl9pPr marL="3656376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47" indent="0">
              <a:buNone/>
              <a:defRPr sz="1200"/>
            </a:lvl2pPr>
            <a:lvl3pPr marL="914093" indent="0">
              <a:buNone/>
              <a:defRPr sz="1000"/>
            </a:lvl3pPr>
            <a:lvl4pPr marL="1371141" indent="0">
              <a:buNone/>
              <a:defRPr sz="900"/>
            </a:lvl4pPr>
            <a:lvl5pPr marL="1828188" indent="0">
              <a:buNone/>
              <a:defRPr sz="900"/>
            </a:lvl5pPr>
            <a:lvl6pPr marL="2285235" indent="0">
              <a:buNone/>
              <a:defRPr sz="900"/>
            </a:lvl6pPr>
            <a:lvl7pPr marL="2742282" indent="0">
              <a:buNone/>
              <a:defRPr sz="900"/>
            </a:lvl7pPr>
            <a:lvl8pPr marL="3199329" indent="0">
              <a:buNone/>
              <a:defRPr sz="900"/>
            </a:lvl8pPr>
            <a:lvl9pPr marL="365637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D20BD5-553C-B743-BD14-9E5D7D0C4E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92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24554-1BBB-8D4D-9F0C-BA45BC7ACD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836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04001" y="85726"/>
            <a:ext cx="1943100" cy="44291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700" y="85726"/>
            <a:ext cx="5676900" cy="4429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24901" y="4800600"/>
            <a:ext cx="419100" cy="3429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7184DE-9520-C948-8D6F-9B4CB29D57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98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594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228726" y="85725"/>
            <a:ext cx="6946900" cy="857250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774700" y="1000126"/>
            <a:ext cx="7772400" cy="3514725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10"/>
          <p:cNvSpPr>
            <a:spLocks noChangeArrowheads="1"/>
          </p:cNvSpPr>
          <p:nvPr/>
        </p:nvSpPr>
        <p:spPr bwMode="auto">
          <a:xfrm>
            <a:off x="-1266824" y="4506913"/>
            <a:ext cx="184624" cy="461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19" tIns="45710" rIns="91419" bIns="4571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>
              <a:cs typeface="Arial" pitchFamily="34" charset="0"/>
            </a:endParaRPr>
          </a:p>
        </p:txBody>
      </p:sp>
      <p:sp>
        <p:nvSpPr>
          <p:cNvPr id="1031" name="Rectangle 17"/>
          <p:cNvSpPr>
            <a:spLocks noGrp="1" noChangeArrowheads="1"/>
          </p:cNvSpPr>
          <p:nvPr/>
        </p:nvSpPr>
        <p:spPr bwMode="auto">
          <a:xfrm>
            <a:off x="1" y="4856165"/>
            <a:ext cx="2265363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9" tIns="45710" rIns="91419" bIns="45710" anchor="b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en-US" sz="1200" dirty="0">
                <a:solidFill>
                  <a:srgbClr val="FF8000"/>
                </a:solidFill>
                <a:cs typeface="+mn-cs"/>
              </a:rPr>
              <a:t>OSG User School 2026</a:t>
            </a:r>
          </a:p>
        </p:txBody>
      </p:sp>
      <p:sp>
        <p:nvSpPr>
          <p:cNvPr id="1032" name="Line 18"/>
          <p:cNvSpPr>
            <a:spLocks noChangeShapeType="1"/>
          </p:cNvSpPr>
          <p:nvPr/>
        </p:nvSpPr>
        <p:spPr bwMode="auto">
          <a:xfrm>
            <a:off x="525465" y="866775"/>
            <a:ext cx="8618537" cy="0"/>
          </a:xfrm>
          <a:prstGeom prst="line">
            <a:avLst/>
          </a:prstGeom>
          <a:noFill/>
          <a:ln w="38100">
            <a:solidFill>
              <a:srgbClr val="FF8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wrap="none" lIns="91419" tIns="45710" rIns="91419" bIns="45710" anchor="ctr"/>
          <a:lstStyle/>
          <a:p>
            <a:endParaRPr lang="en-US"/>
          </a:p>
        </p:txBody>
      </p:sp>
      <p:sp>
        <p:nvSpPr>
          <p:cNvPr id="9" name="Rectangle 14">
            <a:extLst>
              <a:ext uri="{FF2B5EF4-FFF2-40B4-BE49-F238E27FC236}">
                <a16:creationId xmlns:a16="http://schemas.microsoft.com/office/drawing/2014/main" id="{E57BE158-11B5-3947-89C2-E9CBD3F5133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24901" y="4800600"/>
            <a:ext cx="4191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buFontTx/>
              <a:buNone/>
              <a:defRPr sz="1400" smtClean="0">
                <a:solidFill>
                  <a:srgbClr val="FF8000"/>
                </a:solidFill>
              </a:defRPr>
            </a:lvl1pPr>
          </a:lstStyle>
          <a:p>
            <a:pPr>
              <a:defRPr/>
            </a:pPr>
            <a:fld id="{52555C4F-B780-4A45-BAAE-1A390F5A58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21B5C1F-8181-514C-15B4-B66D5BFB6B2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726" y="114302"/>
            <a:ext cx="882648" cy="5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76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80"/>
          </a:solidFill>
          <a:latin typeface="Arial"/>
          <a:ea typeface="+mj-ea"/>
          <a:cs typeface="Arial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rgbClr val="000080"/>
          </a:solidFill>
          <a:latin typeface="Arial" charset="0"/>
          <a:ea typeface="ＭＳ Ｐゴシック" charset="-128"/>
          <a:cs typeface="ＭＳ Ｐゴシック" charset="-128"/>
        </a:defRPr>
      </a:lvl5pPr>
      <a:lvl6pPr marL="457095" algn="ctr" rtl="0" fontAlgn="base">
        <a:spcBef>
          <a:spcPct val="0"/>
        </a:spcBef>
        <a:spcAft>
          <a:spcPct val="0"/>
        </a:spcAft>
        <a:defRPr kumimoji="1" sz="3200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6pPr>
      <a:lvl7pPr marL="914187" algn="ctr" rtl="0" fontAlgn="base">
        <a:spcBef>
          <a:spcPct val="0"/>
        </a:spcBef>
        <a:spcAft>
          <a:spcPct val="0"/>
        </a:spcAft>
        <a:defRPr kumimoji="1" sz="3200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7pPr>
      <a:lvl8pPr marL="1371282" algn="ctr" rtl="0" fontAlgn="base">
        <a:spcBef>
          <a:spcPct val="0"/>
        </a:spcBef>
        <a:spcAft>
          <a:spcPct val="0"/>
        </a:spcAft>
        <a:defRPr kumimoji="1" sz="3200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8pPr>
      <a:lvl9pPr marL="1828375" algn="ctr" rtl="0" fontAlgn="base">
        <a:spcBef>
          <a:spcPct val="0"/>
        </a:spcBef>
        <a:spcAft>
          <a:spcPct val="0"/>
        </a:spcAft>
        <a:defRPr kumimoji="1" sz="3200">
          <a:solidFill>
            <a:srgbClr val="000080"/>
          </a:solidFill>
          <a:latin typeface="Futura" charset="0"/>
          <a:ea typeface="ＭＳ Ｐゴシック" charset="-128"/>
          <a:cs typeface="ＭＳ Ｐゴシック" charset="-128"/>
        </a:defRPr>
      </a:lvl9pPr>
    </p:titleStyle>
    <p:bodyStyle>
      <a:lvl1pPr marL="342821" indent="-342821" algn="l" rtl="0" eaLnBrk="0" fontAlgn="base" hangingPunct="0">
        <a:spcBef>
          <a:spcPct val="20000"/>
        </a:spcBef>
        <a:spcAft>
          <a:spcPct val="0"/>
        </a:spcAft>
        <a:buClr>
          <a:srgbClr val="000080"/>
        </a:buClr>
        <a:buFont typeface="Times" charset="0"/>
        <a:buChar char="•"/>
        <a:defRPr kumimoji="1" sz="3200">
          <a:solidFill>
            <a:schemeClr val="tx2"/>
          </a:solidFill>
          <a:latin typeface="+mn-lt"/>
          <a:ea typeface="+mn-ea"/>
          <a:cs typeface="+mn-cs"/>
        </a:defRPr>
      </a:lvl1pPr>
      <a:lvl2pPr marL="742777" indent="-285684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Symbol" charset="0"/>
        <a:buChar char=""/>
        <a:defRPr kumimoji="1" sz="2800">
          <a:solidFill>
            <a:schemeClr val="tx2"/>
          </a:solidFill>
          <a:latin typeface="+mn-lt"/>
          <a:ea typeface="+mn-ea"/>
        </a:defRPr>
      </a:lvl2pPr>
      <a:lvl3pPr marL="1142735" indent="-228547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§"/>
        <a:defRPr kumimoji="1" sz="2400">
          <a:solidFill>
            <a:schemeClr val="tx2"/>
          </a:solidFill>
          <a:latin typeface="+mn-lt"/>
          <a:ea typeface="+mn-ea"/>
        </a:defRPr>
      </a:lvl3pPr>
      <a:lvl4pPr marL="1599829" indent="-228547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"/>
        <a:defRPr kumimoji="1" sz="2000">
          <a:solidFill>
            <a:schemeClr val="tx2"/>
          </a:solidFill>
          <a:latin typeface="+mn-lt"/>
          <a:ea typeface="+mn-ea"/>
        </a:defRPr>
      </a:lvl4pPr>
      <a:lvl5pPr marL="2056922" indent="-228547" algn="l" rtl="0" eaLnBrk="0" fontAlgn="base" hangingPunct="0">
        <a:spcBef>
          <a:spcPct val="20000"/>
        </a:spcBef>
        <a:spcAft>
          <a:spcPct val="0"/>
        </a:spcAft>
        <a:buClr>
          <a:srgbClr val="3C0000"/>
        </a:buClr>
        <a:buFont typeface="Wingdings" charset="0"/>
        <a:buChar char=""/>
        <a:defRPr kumimoji="1" sz="2000">
          <a:solidFill>
            <a:schemeClr val="tx2"/>
          </a:solidFill>
          <a:latin typeface="+mn-lt"/>
          <a:ea typeface="+mn-ea"/>
        </a:defRPr>
      </a:lvl5pPr>
      <a:lvl6pPr marL="2514017" indent="-228547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000">
          <a:solidFill>
            <a:schemeClr val="tx2"/>
          </a:solidFill>
          <a:latin typeface="+mn-lt"/>
          <a:ea typeface="+mn-ea"/>
        </a:defRPr>
      </a:lvl6pPr>
      <a:lvl7pPr marL="2971110" indent="-228547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000">
          <a:solidFill>
            <a:schemeClr val="tx2"/>
          </a:solidFill>
          <a:latin typeface="+mn-lt"/>
          <a:ea typeface="+mn-ea"/>
        </a:defRPr>
      </a:lvl7pPr>
      <a:lvl8pPr marL="3428204" indent="-228547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000">
          <a:solidFill>
            <a:schemeClr val="tx2"/>
          </a:solidFill>
          <a:latin typeface="+mn-lt"/>
          <a:ea typeface="+mn-ea"/>
        </a:defRPr>
      </a:lvl8pPr>
      <a:lvl9pPr marL="3885298" indent="-228547" algn="l" rtl="0" fontAlgn="base">
        <a:spcBef>
          <a:spcPct val="20000"/>
        </a:spcBef>
        <a:spcAft>
          <a:spcPct val="0"/>
        </a:spcAft>
        <a:buClr>
          <a:srgbClr val="3C0000"/>
        </a:buClr>
        <a:buFont typeface="Wingdings" charset="2"/>
        <a:buChar char=""/>
        <a:defRPr kumimoji="1" sz="2000">
          <a:solidFill>
            <a:schemeClr val="tx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95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187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282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375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470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3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657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752" algn="l" defTabSz="45709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microsoft.com/office/2007/relationships/hdphoto" Target="../media/hdphoto1.wdp"/><Relationship Id="rId7" Type="http://schemas.openxmlformats.org/officeDocument/2006/relationships/image" Target="../media/image2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eg"/><Relationship Id="rId3" Type="http://schemas.microsoft.com/office/2007/relationships/hdphoto" Target="../media/hdphoto2.wdp"/><Relationship Id="rId7" Type="http://schemas.openxmlformats.org/officeDocument/2006/relationships/image" Target="../media/image23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microsoft.com/office/2007/relationships/hdphoto" Target="../media/hdphoto1.wdp"/><Relationship Id="rId7" Type="http://schemas.openxmlformats.org/officeDocument/2006/relationships/image" Target="../media/image2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3.svg"/><Relationship Id="rId7" Type="http://schemas.openxmlformats.org/officeDocument/2006/relationships/image" Target="../media/image8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microsoft.com/office/2007/relationships/hdphoto" Target="../media/hdphoto1.wdp"/><Relationship Id="rId7" Type="http://schemas.openxmlformats.org/officeDocument/2006/relationships/image" Target="../media/image23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14.sv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research.cs.wisc.edu/htcondor/manual/v8.5/condor_q.html" TargetMode="External"/><Relationship Id="rId2" Type="http://schemas.openxmlformats.org/officeDocument/2006/relationships/hyperlink" Target="http://research.cs.wisc.edu/htcondor/manual/v8.5/condor_submit.html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21.svg"/><Relationship Id="rId7" Type="http://schemas.microsoft.com/office/2007/relationships/hdphoto" Target="../media/hdphoto1.wdp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htcondor.readthedocs.io/en/latest/man-pages/condor_watch_q.html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htcondor.readthedocs.io/en/latest/man-pages/condor_watch_q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htcondor.readthedocs.io/en/latest/man-pages/condor_watch_q.html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htcondor.readthedocs.io/en/latest/man-pages/condor_watch_q.html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://research.cs.wisc.edu/htcondor/manual/v8.5/condor_history.html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 Job Submission with </a:t>
            </a:r>
            <a:r>
              <a:rPr lang="en-US" dirty="0" err="1"/>
              <a:t>HTCondor</a:t>
            </a:r>
            <a:endParaRPr lang="en-US" dirty="0"/>
          </a:p>
        </p:txBody>
      </p:sp>
      <p:sp>
        <p:nvSpPr>
          <p:cNvPr id="13" name="Subtitle 1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July 13, 2026</a:t>
            </a:r>
          </a:p>
          <a:p>
            <a:r>
              <a:rPr lang="en-US" dirty="0"/>
              <a:t>Amber Lim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FD280A-C1F5-964E-ABF3-46668F796B0E}"/>
              </a:ext>
            </a:extLst>
          </p:cNvPr>
          <p:cNvSpPr txBox="1"/>
          <p:nvPr/>
        </p:nvSpPr>
        <p:spPr>
          <a:xfrm>
            <a:off x="1700116" y="4764673"/>
            <a:ext cx="5857694" cy="430887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algn="ctr"/>
            <a:r>
              <a:rPr lang="en-US" sz="1100" dirty="0">
                <a:solidFill>
                  <a:schemeClr val="bg2"/>
                </a:solidFill>
              </a:rPr>
              <a:t>Slides adapted from Lauren Michaels, Rachel Lombardi, Andrew Owen</a:t>
            </a:r>
          </a:p>
          <a:p>
            <a:pPr algn="ctr"/>
            <a:r>
              <a:rPr lang="en-US" sz="1100" dirty="0">
                <a:solidFill>
                  <a:schemeClr val="bg2"/>
                </a:solidFill>
              </a:rPr>
              <a:t>This work was supported by NSF grants MPS-1148698, OAC-1836650, and OAC-2030508</a:t>
            </a:r>
          </a:p>
        </p:txBody>
      </p:sp>
    </p:spTree>
    <p:extLst>
      <p:ext uri="{BB962C8B-B14F-4D97-AF65-F5344CB8AC3E}">
        <p14:creationId xmlns:p14="http://schemas.microsoft.com/office/powerpoint/2010/main" val="1197109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idx="1"/>
          </p:nvPr>
        </p:nvSpPr>
        <p:spPr>
          <a:xfrm>
            <a:off x="774700" y="1123950"/>
            <a:ext cx="7772400" cy="339090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By the end of this session, you should be able to: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Describe how the </a:t>
            </a:r>
            <a:r>
              <a:rPr lang="en-US" sz="2400" dirty="0" err="1"/>
              <a:t>HTCondor</a:t>
            </a:r>
            <a:r>
              <a:rPr lang="en-US" sz="2400" dirty="0"/>
              <a:t> manages workflows</a:t>
            </a:r>
          </a:p>
          <a:p>
            <a:r>
              <a:rPr lang="en-US" sz="2400" dirty="0"/>
              <a:t>Translate your computational tasks to “jobs”</a:t>
            </a:r>
          </a:p>
          <a:p>
            <a:r>
              <a:rPr lang="en-US" sz="2400" dirty="0"/>
              <a:t>Run, monitor, and review your jobs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CEC722-3519-3AF3-D429-C4AD7FFDA4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C9DD681-2091-A647-8F62-08E72E58157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1DA8688-0073-436E-1018-EDFD8C50F825}"/>
              </a:ext>
            </a:extLst>
          </p:cNvPr>
          <p:cNvGrpSpPr/>
          <p:nvPr/>
        </p:nvGrpSpPr>
        <p:grpSpPr>
          <a:xfrm>
            <a:off x="-662000" y="572798"/>
            <a:ext cx="5766906" cy="4362450"/>
            <a:chOff x="-457200" y="819150"/>
            <a:chExt cx="5057775" cy="3826019"/>
          </a:xfrm>
        </p:grpSpPr>
        <p:pic>
          <p:nvPicPr>
            <p:cNvPr id="15" name="Graphic 14" descr="A stack of books">
              <a:extLst>
                <a:ext uri="{FF2B5EF4-FFF2-40B4-BE49-F238E27FC236}">
                  <a16:creationId xmlns:a16="http://schemas.microsoft.com/office/drawing/2014/main" id="{3480A34B-D82A-A472-E33D-625A458D4D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5400" y="1339994"/>
              <a:ext cx="3305175" cy="3305175"/>
            </a:xfrm>
            <a:prstGeom prst="rect">
              <a:avLst/>
            </a:prstGeom>
          </p:spPr>
        </p:pic>
        <p:pic>
          <p:nvPicPr>
            <p:cNvPr id="13" name="Graphic 12" descr="A stack of books">
              <a:extLst>
                <a:ext uri="{FF2B5EF4-FFF2-40B4-BE49-F238E27FC236}">
                  <a16:creationId xmlns:a16="http://schemas.microsoft.com/office/drawing/2014/main" id="{8F9FA9CD-D2F9-2521-2EB2-51772E5251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3400" y="819150"/>
              <a:ext cx="3305175" cy="3305175"/>
            </a:xfrm>
            <a:prstGeom prst="rect">
              <a:avLst/>
            </a:prstGeom>
          </p:spPr>
        </p:pic>
        <p:pic>
          <p:nvPicPr>
            <p:cNvPr id="10" name="Graphic 9" descr="A stack of books">
              <a:extLst>
                <a:ext uri="{FF2B5EF4-FFF2-40B4-BE49-F238E27FC236}">
                  <a16:creationId xmlns:a16="http://schemas.microsoft.com/office/drawing/2014/main" id="{8D041D2F-0701-D249-3CD2-DB3F91E59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457200" y="1338262"/>
              <a:ext cx="3305175" cy="3305175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4AFBA73-9F66-4EB3-B0C8-B81DDFA10D25}"/>
                </a:ext>
              </a:extLst>
            </p:cNvPr>
            <p:cNvGrpSpPr/>
            <p:nvPr/>
          </p:nvGrpSpPr>
          <p:grpSpPr>
            <a:xfrm>
              <a:off x="1457325" y="2471737"/>
              <a:ext cx="1771650" cy="1847850"/>
              <a:chOff x="2009775" y="2338387"/>
              <a:chExt cx="1771650" cy="1847850"/>
            </a:xfrm>
          </p:grpSpPr>
          <p:pic>
            <p:nvPicPr>
              <p:cNvPr id="4" name="Graphic 3" descr="Man carrying a laptop">
                <a:extLst>
                  <a:ext uri="{FF2B5EF4-FFF2-40B4-BE49-F238E27FC236}">
                    <a16:creationId xmlns:a16="http://schemas.microsoft.com/office/drawing/2014/main" id="{3B0B1552-1871-8DB5-E852-D0707A4877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009775" y="2928937"/>
                <a:ext cx="1771650" cy="1257300"/>
              </a:xfrm>
              <a:prstGeom prst="rect">
                <a:avLst/>
              </a:prstGeom>
            </p:spPr>
          </p:pic>
          <p:pic>
            <p:nvPicPr>
              <p:cNvPr id="6" name="Graphic 5" descr="A female with short hair">
                <a:extLst>
                  <a:ext uri="{FF2B5EF4-FFF2-40B4-BE49-F238E27FC236}">
                    <a16:creationId xmlns:a16="http://schemas.microsoft.com/office/drawing/2014/main" id="{33E8EFDB-BF22-7B9D-7C37-3D797C87A4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133600" y="2338387"/>
                <a:ext cx="866775" cy="771525"/>
              </a:xfrm>
              <a:prstGeom prst="rect">
                <a:avLst/>
              </a:prstGeom>
            </p:spPr>
          </p:pic>
          <p:pic>
            <p:nvPicPr>
              <p:cNvPr id="8" name="Graphic 7" descr="A confused face">
                <a:extLst>
                  <a:ext uri="{FF2B5EF4-FFF2-40B4-BE49-F238E27FC236}">
                    <a16:creationId xmlns:a16="http://schemas.microsoft.com/office/drawing/2014/main" id="{832A22C6-AE1A-EB2B-E69E-40746FE6E9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rcRect/>
              <a:stretch/>
            </p:blipFill>
            <p:spPr>
              <a:xfrm>
                <a:off x="2588029" y="2624137"/>
                <a:ext cx="243840" cy="304800"/>
              </a:xfrm>
              <a:prstGeom prst="rect">
                <a:avLst/>
              </a:prstGeom>
            </p:spPr>
          </p:pic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6384189-985C-1017-A00D-165AD575836F}"/>
              </a:ext>
            </a:extLst>
          </p:cNvPr>
          <p:cNvGrpSpPr/>
          <p:nvPr/>
        </p:nvGrpSpPr>
        <p:grpSpPr>
          <a:xfrm flipH="1">
            <a:off x="7431071" y="2336066"/>
            <a:ext cx="1644739" cy="2125565"/>
            <a:chOff x="7213888" y="2117580"/>
            <a:chExt cx="1390650" cy="1797195"/>
          </a:xfrm>
        </p:grpSpPr>
        <p:pic>
          <p:nvPicPr>
            <p:cNvPr id="9" name="Graphic 8" descr="Man holding a coffee mug">
              <a:extLst>
                <a:ext uri="{FF2B5EF4-FFF2-40B4-BE49-F238E27FC236}">
                  <a16:creationId xmlns:a16="http://schemas.microsoft.com/office/drawing/2014/main" id="{0CCD3E37-C1E6-9ED7-DC10-409E2B7761E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213888" y="2647950"/>
              <a:ext cx="1390650" cy="1266825"/>
            </a:xfrm>
            <a:prstGeom prst="rect">
              <a:avLst/>
            </a:prstGeom>
          </p:spPr>
        </p:pic>
        <p:pic>
          <p:nvPicPr>
            <p:cNvPr id="5" name="Graphic 4" descr="A man with short hair">
              <a:extLst>
                <a:ext uri="{FF2B5EF4-FFF2-40B4-BE49-F238E27FC236}">
                  <a16:creationId xmlns:a16="http://schemas.microsoft.com/office/drawing/2014/main" id="{D25782A9-9EBE-70B8-22CB-519B9D87F99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696200" y="2117580"/>
              <a:ext cx="571500" cy="676275"/>
            </a:xfrm>
            <a:prstGeom prst="rect">
              <a:avLst/>
            </a:prstGeom>
          </p:spPr>
        </p:pic>
        <p:pic>
          <p:nvPicPr>
            <p:cNvPr id="14" name="Graphic 13" descr="A smiling face">
              <a:extLst>
                <a:ext uri="{FF2B5EF4-FFF2-40B4-BE49-F238E27FC236}">
                  <a16:creationId xmlns:a16="http://schemas.microsoft.com/office/drawing/2014/main" id="{7F6F106C-39A5-57DF-6FDE-8CD9C02559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02285" y="2349211"/>
              <a:ext cx="304800" cy="314325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07DB0-4001-9E5B-4555-EE7658955A8E}"/>
              </a:ext>
            </a:extLst>
          </p:cNvPr>
          <p:cNvGrpSpPr/>
          <p:nvPr/>
        </p:nvGrpSpPr>
        <p:grpSpPr>
          <a:xfrm>
            <a:off x="3126927" y="151801"/>
            <a:ext cx="4684888" cy="2595549"/>
            <a:chOff x="3947709" y="153055"/>
            <a:chExt cx="4684888" cy="259554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FFE223D-54C5-F1EC-3592-2022544382B1}"/>
                </a:ext>
              </a:extLst>
            </p:cNvPr>
            <p:cNvSpPr/>
            <p:nvPr/>
          </p:nvSpPr>
          <p:spPr bwMode="auto">
            <a:xfrm>
              <a:off x="3947709" y="153055"/>
              <a:ext cx="4684888" cy="2595549"/>
            </a:xfrm>
            <a:custGeom>
              <a:avLst/>
              <a:gdLst>
                <a:gd name="csX0" fmla="*/ 333160 w 3748305"/>
                <a:gd name="csY0" fmla="*/ 2092036 h 2493300"/>
                <a:gd name="csX1" fmla="*/ 333160 w 3748305"/>
                <a:gd name="csY1" fmla="*/ 2092036 h 2493300"/>
                <a:gd name="csX2" fmla="*/ 222324 w 3748305"/>
                <a:gd name="csY2" fmla="*/ 1842654 h 2493300"/>
                <a:gd name="csX3" fmla="*/ 201542 w 3748305"/>
                <a:gd name="csY3" fmla="*/ 1752600 h 2493300"/>
                <a:gd name="csX4" fmla="*/ 173833 w 3748305"/>
                <a:gd name="csY4" fmla="*/ 1683327 h 2493300"/>
                <a:gd name="csX5" fmla="*/ 118415 w 3748305"/>
                <a:gd name="csY5" fmla="*/ 1468581 h 2493300"/>
                <a:gd name="csX6" fmla="*/ 111487 w 3748305"/>
                <a:gd name="csY6" fmla="*/ 1399309 h 2493300"/>
                <a:gd name="csX7" fmla="*/ 97633 w 3748305"/>
                <a:gd name="csY7" fmla="*/ 1323109 h 2493300"/>
                <a:gd name="csX8" fmla="*/ 90705 w 3748305"/>
                <a:gd name="csY8" fmla="*/ 1226127 h 2493300"/>
                <a:gd name="csX9" fmla="*/ 104560 w 3748305"/>
                <a:gd name="csY9" fmla="*/ 983672 h 2493300"/>
                <a:gd name="csX10" fmla="*/ 132269 w 3748305"/>
                <a:gd name="csY10" fmla="*/ 858981 h 2493300"/>
                <a:gd name="csX11" fmla="*/ 166905 w 3748305"/>
                <a:gd name="csY11" fmla="*/ 741218 h 2493300"/>
                <a:gd name="csX12" fmla="*/ 180760 w 3748305"/>
                <a:gd name="csY12" fmla="*/ 692727 h 2493300"/>
                <a:gd name="csX13" fmla="*/ 187687 w 3748305"/>
                <a:gd name="csY13" fmla="*/ 651163 h 2493300"/>
                <a:gd name="csX14" fmla="*/ 222324 w 3748305"/>
                <a:gd name="csY14" fmla="*/ 547254 h 2493300"/>
                <a:gd name="csX15" fmla="*/ 326233 w 3748305"/>
                <a:gd name="csY15" fmla="*/ 353290 h 2493300"/>
                <a:gd name="csX16" fmla="*/ 492487 w 3748305"/>
                <a:gd name="csY16" fmla="*/ 214745 h 2493300"/>
                <a:gd name="csX17" fmla="*/ 568687 w 3748305"/>
                <a:gd name="csY17" fmla="*/ 180109 h 2493300"/>
                <a:gd name="csX18" fmla="*/ 624105 w 3748305"/>
                <a:gd name="csY18" fmla="*/ 145472 h 2493300"/>
                <a:gd name="csX19" fmla="*/ 928905 w 3748305"/>
                <a:gd name="csY19" fmla="*/ 48490 h 2493300"/>
                <a:gd name="csX20" fmla="*/ 1039742 w 3748305"/>
                <a:gd name="csY20" fmla="*/ 34636 h 2493300"/>
                <a:gd name="csX21" fmla="*/ 1143651 w 3748305"/>
                <a:gd name="csY21" fmla="*/ 13854 h 2493300"/>
                <a:gd name="csX22" fmla="*/ 1448451 w 3748305"/>
                <a:gd name="csY22" fmla="*/ 0 h 2493300"/>
                <a:gd name="csX23" fmla="*/ 1559287 w 3748305"/>
                <a:gd name="csY23" fmla="*/ 34636 h 2493300"/>
                <a:gd name="csX24" fmla="*/ 1670124 w 3748305"/>
                <a:gd name="csY24" fmla="*/ 62345 h 2493300"/>
                <a:gd name="csX25" fmla="*/ 1815596 w 3748305"/>
                <a:gd name="csY25" fmla="*/ 180109 h 2493300"/>
                <a:gd name="csX26" fmla="*/ 1933360 w 3748305"/>
                <a:gd name="csY26" fmla="*/ 318654 h 2493300"/>
                <a:gd name="csX27" fmla="*/ 2009560 w 3748305"/>
                <a:gd name="csY27" fmla="*/ 464127 h 2493300"/>
                <a:gd name="csX28" fmla="*/ 2037269 w 3748305"/>
                <a:gd name="csY28" fmla="*/ 540327 h 2493300"/>
                <a:gd name="csX29" fmla="*/ 2058051 w 3748305"/>
                <a:gd name="csY29" fmla="*/ 623454 h 2493300"/>
                <a:gd name="csX30" fmla="*/ 2078833 w 3748305"/>
                <a:gd name="csY30" fmla="*/ 692727 h 2493300"/>
                <a:gd name="csX31" fmla="*/ 2085760 w 3748305"/>
                <a:gd name="csY31" fmla="*/ 755072 h 2493300"/>
                <a:gd name="csX32" fmla="*/ 2099615 w 3748305"/>
                <a:gd name="csY32" fmla="*/ 845127 h 2493300"/>
                <a:gd name="csX33" fmla="*/ 2092687 w 3748305"/>
                <a:gd name="csY33" fmla="*/ 1136072 h 2493300"/>
                <a:gd name="csX34" fmla="*/ 2148105 w 3748305"/>
                <a:gd name="csY34" fmla="*/ 1004454 h 2493300"/>
                <a:gd name="csX35" fmla="*/ 2189669 w 3748305"/>
                <a:gd name="csY35" fmla="*/ 955963 h 2493300"/>
                <a:gd name="csX36" fmla="*/ 2217378 w 3748305"/>
                <a:gd name="csY36" fmla="*/ 914400 h 2493300"/>
                <a:gd name="csX37" fmla="*/ 2279724 w 3748305"/>
                <a:gd name="csY37" fmla="*/ 865909 h 2493300"/>
                <a:gd name="csX38" fmla="*/ 2411342 w 3748305"/>
                <a:gd name="csY38" fmla="*/ 755072 h 2493300"/>
                <a:gd name="csX39" fmla="*/ 2542960 w 3748305"/>
                <a:gd name="csY39" fmla="*/ 678872 h 2493300"/>
                <a:gd name="csX40" fmla="*/ 2723069 w 3748305"/>
                <a:gd name="csY40" fmla="*/ 616527 h 2493300"/>
                <a:gd name="csX41" fmla="*/ 2806196 w 3748305"/>
                <a:gd name="csY41" fmla="*/ 602672 h 2493300"/>
                <a:gd name="csX42" fmla="*/ 2903178 w 3748305"/>
                <a:gd name="csY42" fmla="*/ 581890 h 2493300"/>
                <a:gd name="csX43" fmla="*/ 3083287 w 3748305"/>
                <a:gd name="csY43" fmla="*/ 568036 h 2493300"/>
                <a:gd name="csX44" fmla="*/ 3270324 w 3748305"/>
                <a:gd name="csY44" fmla="*/ 595745 h 2493300"/>
                <a:gd name="csX45" fmla="*/ 3471215 w 3748305"/>
                <a:gd name="csY45" fmla="*/ 706581 h 2493300"/>
                <a:gd name="csX46" fmla="*/ 3554342 w 3748305"/>
                <a:gd name="csY46" fmla="*/ 775854 h 2493300"/>
                <a:gd name="csX47" fmla="*/ 3609760 w 3748305"/>
                <a:gd name="csY47" fmla="*/ 852054 h 2493300"/>
                <a:gd name="csX48" fmla="*/ 3685960 w 3748305"/>
                <a:gd name="csY48" fmla="*/ 976745 h 2493300"/>
                <a:gd name="csX49" fmla="*/ 3727524 w 3748305"/>
                <a:gd name="csY49" fmla="*/ 1149927 h 2493300"/>
                <a:gd name="csX50" fmla="*/ 3748305 w 3748305"/>
                <a:gd name="csY50" fmla="*/ 1302327 h 2493300"/>
                <a:gd name="csX51" fmla="*/ 3727524 w 3748305"/>
                <a:gd name="csY51" fmla="*/ 1447800 h 2493300"/>
                <a:gd name="csX52" fmla="*/ 3672105 w 3748305"/>
                <a:gd name="csY52" fmla="*/ 1565563 h 2493300"/>
                <a:gd name="csX53" fmla="*/ 3588978 w 3748305"/>
                <a:gd name="csY53" fmla="*/ 1676400 h 2493300"/>
                <a:gd name="csX54" fmla="*/ 3491996 w 3748305"/>
                <a:gd name="csY54" fmla="*/ 1759527 h 2493300"/>
                <a:gd name="csX55" fmla="*/ 3360378 w 3748305"/>
                <a:gd name="csY55" fmla="*/ 1835727 h 2493300"/>
                <a:gd name="csX56" fmla="*/ 3194124 w 3748305"/>
                <a:gd name="csY56" fmla="*/ 1898072 h 2493300"/>
                <a:gd name="csX57" fmla="*/ 3007087 w 3748305"/>
                <a:gd name="csY57" fmla="*/ 1939636 h 2493300"/>
                <a:gd name="csX58" fmla="*/ 2847760 w 3748305"/>
                <a:gd name="csY58" fmla="*/ 1967345 h 2493300"/>
                <a:gd name="csX59" fmla="*/ 2598378 w 3748305"/>
                <a:gd name="csY59" fmla="*/ 1939636 h 2493300"/>
                <a:gd name="csX60" fmla="*/ 2515251 w 3748305"/>
                <a:gd name="csY60" fmla="*/ 1925781 h 2493300"/>
                <a:gd name="csX61" fmla="*/ 2473687 w 3748305"/>
                <a:gd name="csY61" fmla="*/ 1898072 h 2493300"/>
                <a:gd name="csX62" fmla="*/ 2383633 w 3748305"/>
                <a:gd name="csY62" fmla="*/ 1856509 h 2493300"/>
                <a:gd name="csX63" fmla="*/ 2300505 w 3748305"/>
                <a:gd name="csY63" fmla="*/ 1814945 h 2493300"/>
                <a:gd name="csX64" fmla="*/ 2245087 w 3748305"/>
                <a:gd name="csY64" fmla="*/ 1780309 h 2493300"/>
                <a:gd name="csX65" fmla="*/ 2224305 w 3748305"/>
                <a:gd name="csY65" fmla="*/ 1752600 h 2493300"/>
                <a:gd name="csX66" fmla="*/ 2182742 w 3748305"/>
                <a:gd name="csY66" fmla="*/ 1711036 h 2493300"/>
                <a:gd name="csX67" fmla="*/ 2155033 w 3748305"/>
                <a:gd name="csY67" fmla="*/ 1745672 h 2493300"/>
                <a:gd name="csX68" fmla="*/ 2141178 w 3748305"/>
                <a:gd name="csY68" fmla="*/ 1773381 h 2493300"/>
                <a:gd name="csX69" fmla="*/ 2113469 w 3748305"/>
                <a:gd name="csY69" fmla="*/ 1801090 h 2493300"/>
                <a:gd name="csX70" fmla="*/ 2002633 w 3748305"/>
                <a:gd name="csY70" fmla="*/ 1925781 h 2493300"/>
                <a:gd name="csX71" fmla="*/ 1905651 w 3748305"/>
                <a:gd name="csY71" fmla="*/ 2008909 h 2493300"/>
                <a:gd name="csX72" fmla="*/ 1753251 w 3748305"/>
                <a:gd name="csY72" fmla="*/ 2098963 h 2493300"/>
                <a:gd name="csX73" fmla="*/ 1545433 w 3748305"/>
                <a:gd name="csY73" fmla="*/ 2182090 h 2493300"/>
                <a:gd name="csX74" fmla="*/ 1275269 w 3748305"/>
                <a:gd name="csY74" fmla="*/ 2223654 h 2493300"/>
                <a:gd name="csX75" fmla="*/ 1171360 w 3748305"/>
                <a:gd name="csY75" fmla="*/ 2237509 h 2493300"/>
                <a:gd name="csX76" fmla="*/ 1060524 w 3748305"/>
                <a:gd name="csY76" fmla="*/ 2258290 h 2493300"/>
                <a:gd name="csX77" fmla="*/ 811142 w 3748305"/>
                <a:gd name="csY77" fmla="*/ 2272145 h 2493300"/>
                <a:gd name="csX78" fmla="*/ 575615 w 3748305"/>
                <a:gd name="csY78" fmla="*/ 2237509 h 2493300"/>
                <a:gd name="csX79" fmla="*/ 540978 w 3748305"/>
                <a:gd name="csY79" fmla="*/ 2223654 h 2493300"/>
                <a:gd name="csX80" fmla="*/ 499415 w 3748305"/>
                <a:gd name="csY80" fmla="*/ 2209800 h 2493300"/>
                <a:gd name="csX81" fmla="*/ 360869 w 3748305"/>
                <a:gd name="csY81" fmla="*/ 2341418 h 2493300"/>
                <a:gd name="csX82" fmla="*/ 298524 w 3748305"/>
                <a:gd name="csY82" fmla="*/ 2389909 h 2493300"/>
                <a:gd name="csX83" fmla="*/ 250033 w 3748305"/>
                <a:gd name="csY83" fmla="*/ 2431472 h 2493300"/>
                <a:gd name="csX84" fmla="*/ 83778 w 3748305"/>
                <a:gd name="csY84" fmla="*/ 2486890 h 2493300"/>
                <a:gd name="csX85" fmla="*/ 651 w 3748305"/>
                <a:gd name="csY85" fmla="*/ 2479963 h 2493300"/>
                <a:gd name="csX86" fmla="*/ 69924 w 3748305"/>
                <a:gd name="csY86" fmla="*/ 2438400 h 2493300"/>
                <a:gd name="csX87" fmla="*/ 111487 w 3748305"/>
                <a:gd name="csY87" fmla="*/ 2396836 h 2493300"/>
                <a:gd name="csX88" fmla="*/ 215396 w 3748305"/>
                <a:gd name="csY88" fmla="*/ 2265218 h 2493300"/>
                <a:gd name="csX89" fmla="*/ 250033 w 3748305"/>
                <a:gd name="csY89" fmla="*/ 2195945 h 2493300"/>
                <a:gd name="csX90" fmla="*/ 270815 w 3748305"/>
                <a:gd name="csY90" fmla="*/ 2161309 h 2493300"/>
                <a:gd name="csX91" fmla="*/ 291596 w 3748305"/>
                <a:gd name="csY91" fmla="*/ 2133600 h 2493300"/>
                <a:gd name="csX92" fmla="*/ 333160 w 3748305"/>
                <a:gd name="csY92" fmla="*/ 2092036 h 2493300"/>
                <a:gd name="csX0" fmla="*/ 333160 w 3748305"/>
                <a:gd name="csY0" fmla="*/ 2092036 h 2493300"/>
                <a:gd name="csX1" fmla="*/ 333160 w 3748305"/>
                <a:gd name="csY1" fmla="*/ 2092036 h 2493300"/>
                <a:gd name="csX2" fmla="*/ 222324 w 3748305"/>
                <a:gd name="csY2" fmla="*/ 1842654 h 2493300"/>
                <a:gd name="csX3" fmla="*/ 201542 w 3748305"/>
                <a:gd name="csY3" fmla="*/ 1752600 h 2493300"/>
                <a:gd name="csX4" fmla="*/ 173833 w 3748305"/>
                <a:gd name="csY4" fmla="*/ 1683327 h 2493300"/>
                <a:gd name="csX5" fmla="*/ 118415 w 3748305"/>
                <a:gd name="csY5" fmla="*/ 1468581 h 2493300"/>
                <a:gd name="csX6" fmla="*/ 111487 w 3748305"/>
                <a:gd name="csY6" fmla="*/ 1399309 h 2493300"/>
                <a:gd name="csX7" fmla="*/ 97633 w 3748305"/>
                <a:gd name="csY7" fmla="*/ 1323109 h 2493300"/>
                <a:gd name="csX8" fmla="*/ 90705 w 3748305"/>
                <a:gd name="csY8" fmla="*/ 1226127 h 2493300"/>
                <a:gd name="csX9" fmla="*/ 104560 w 3748305"/>
                <a:gd name="csY9" fmla="*/ 983672 h 2493300"/>
                <a:gd name="csX10" fmla="*/ 132269 w 3748305"/>
                <a:gd name="csY10" fmla="*/ 858981 h 2493300"/>
                <a:gd name="csX11" fmla="*/ 166905 w 3748305"/>
                <a:gd name="csY11" fmla="*/ 741218 h 2493300"/>
                <a:gd name="csX12" fmla="*/ 180760 w 3748305"/>
                <a:gd name="csY12" fmla="*/ 692727 h 2493300"/>
                <a:gd name="csX13" fmla="*/ 187687 w 3748305"/>
                <a:gd name="csY13" fmla="*/ 651163 h 2493300"/>
                <a:gd name="csX14" fmla="*/ 222324 w 3748305"/>
                <a:gd name="csY14" fmla="*/ 547254 h 2493300"/>
                <a:gd name="csX15" fmla="*/ 326233 w 3748305"/>
                <a:gd name="csY15" fmla="*/ 353290 h 2493300"/>
                <a:gd name="csX16" fmla="*/ 492487 w 3748305"/>
                <a:gd name="csY16" fmla="*/ 214745 h 2493300"/>
                <a:gd name="csX17" fmla="*/ 568687 w 3748305"/>
                <a:gd name="csY17" fmla="*/ 180109 h 2493300"/>
                <a:gd name="csX18" fmla="*/ 624105 w 3748305"/>
                <a:gd name="csY18" fmla="*/ 145472 h 2493300"/>
                <a:gd name="csX19" fmla="*/ 928905 w 3748305"/>
                <a:gd name="csY19" fmla="*/ 48490 h 2493300"/>
                <a:gd name="csX20" fmla="*/ 1039742 w 3748305"/>
                <a:gd name="csY20" fmla="*/ 34636 h 2493300"/>
                <a:gd name="csX21" fmla="*/ 1143651 w 3748305"/>
                <a:gd name="csY21" fmla="*/ 13854 h 2493300"/>
                <a:gd name="csX22" fmla="*/ 1448451 w 3748305"/>
                <a:gd name="csY22" fmla="*/ 0 h 2493300"/>
                <a:gd name="csX23" fmla="*/ 1559287 w 3748305"/>
                <a:gd name="csY23" fmla="*/ 34636 h 2493300"/>
                <a:gd name="csX24" fmla="*/ 1670124 w 3748305"/>
                <a:gd name="csY24" fmla="*/ 62345 h 2493300"/>
                <a:gd name="csX25" fmla="*/ 1815596 w 3748305"/>
                <a:gd name="csY25" fmla="*/ 180109 h 2493300"/>
                <a:gd name="csX26" fmla="*/ 1933360 w 3748305"/>
                <a:gd name="csY26" fmla="*/ 318654 h 2493300"/>
                <a:gd name="csX27" fmla="*/ 2009560 w 3748305"/>
                <a:gd name="csY27" fmla="*/ 464127 h 2493300"/>
                <a:gd name="csX28" fmla="*/ 2037269 w 3748305"/>
                <a:gd name="csY28" fmla="*/ 540327 h 2493300"/>
                <a:gd name="csX29" fmla="*/ 2058051 w 3748305"/>
                <a:gd name="csY29" fmla="*/ 623454 h 2493300"/>
                <a:gd name="csX30" fmla="*/ 2078833 w 3748305"/>
                <a:gd name="csY30" fmla="*/ 692727 h 2493300"/>
                <a:gd name="csX31" fmla="*/ 2085760 w 3748305"/>
                <a:gd name="csY31" fmla="*/ 755072 h 2493300"/>
                <a:gd name="csX32" fmla="*/ 2099615 w 3748305"/>
                <a:gd name="csY32" fmla="*/ 845127 h 2493300"/>
                <a:gd name="csX33" fmla="*/ 2092687 w 3748305"/>
                <a:gd name="csY33" fmla="*/ 1136072 h 2493300"/>
                <a:gd name="csX34" fmla="*/ 2148105 w 3748305"/>
                <a:gd name="csY34" fmla="*/ 1004454 h 2493300"/>
                <a:gd name="csX35" fmla="*/ 2189669 w 3748305"/>
                <a:gd name="csY35" fmla="*/ 955963 h 2493300"/>
                <a:gd name="csX36" fmla="*/ 2217378 w 3748305"/>
                <a:gd name="csY36" fmla="*/ 914400 h 2493300"/>
                <a:gd name="csX37" fmla="*/ 2279724 w 3748305"/>
                <a:gd name="csY37" fmla="*/ 865909 h 2493300"/>
                <a:gd name="csX38" fmla="*/ 2411342 w 3748305"/>
                <a:gd name="csY38" fmla="*/ 755072 h 2493300"/>
                <a:gd name="csX39" fmla="*/ 2542960 w 3748305"/>
                <a:gd name="csY39" fmla="*/ 678872 h 2493300"/>
                <a:gd name="csX40" fmla="*/ 2723069 w 3748305"/>
                <a:gd name="csY40" fmla="*/ 616527 h 2493300"/>
                <a:gd name="csX41" fmla="*/ 2806196 w 3748305"/>
                <a:gd name="csY41" fmla="*/ 602672 h 2493300"/>
                <a:gd name="csX42" fmla="*/ 2903178 w 3748305"/>
                <a:gd name="csY42" fmla="*/ 581890 h 2493300"/>
                <a:gd name="csX43" fmla="*/ 3083287 w 3748305"/>
                <a:gd name="csY43" fmla="*/ 568036 h 2493300"/>
                <a:gd name="csX44" fmla="*/ 3270324 w 3748305"/>
                <a:gd name="csY44" fmla="*/ 595745 h 2493300"/>
                <a:gd name="csX45" fmla="*/ 3471215 w 3748305"/>
                <a:gd name="csY45" fmla="*/ 706581 h 2493300"/>
                <a:gd name="csX46" fmla="*/ 3554342 w 3748305"/>
                <a:gd name="csY46" fmla="*/ 775854 h 2493300"/>
                <a:gd name="csX47" fmla="*/ 3609760 w 3748305"/>
                <a:gd name="csY47" fmla="*/ 852054 h 2493300"/>
                <a:gd name="csX48" fmla="*/ 3685960 w 3748305"/>
                <a:gd name="csY48" fmla="*/ 976745 h 2493300"/>
                <a:gd name="csX49" fmla="*/ 3727524 w 3748305"/>
                <a:gd name="csY49" fmla="*/ 1149927 h 2493300"/>
                <a:gd name="csX50" fmla="*/ 3748305 w 3748305"/>
                <a:gd name="csY50" fmla="*/ 1302327 h 2493300"/>
                <a:gd name="csX51" fmla="*/ 3727524 w 3748305"/>
                <a:gd name="csY51" fmla="*/ 1447800 h 2493300"/>
                <a:gd name="csX52" fmla="*/ 3672105 w 3748305"/>
                <a:gd name="csY52" fmla="*/ 1565563 h 2493300"/>
                <a:gd name="csX53" fmla="*/ 3588978 w 3748305"/>
                <a:gd name="csY53" fmla="*/ 1676400 h 2493300"/>
                <a:gd name="csX54" fmla="*/ 3491996 w 3748305"/>
                <a:gd name="csY54" fmla="*/ 1759527 h 2493300"/>
                <a:gd name="csX55" fmla="*/ 3360378 w 3748305"/>
                <a:gd name="csY55" fmla="*/ 1835727 h 2493300"/>
                <a:gd name="csX56" fmla="*/ 3194124 w 3748305"/>
                <a:gd name="csY56" fmla="*/ 1898072 h 2493300"/>
                <a:gd name="csX57" fmla="*/ 3007087 w 3748305"/>
                <a:gd name="csY57" fmla="*/ 1939636 h 2493300"/>
                <a:gd name="csX58" fmla="*/ 2847760 w 3748305"/>
                <a:gd name="csY58" fmla="*/ 1967345 h 2493300"/>
                <a:gd name="csX59" fmla="*/ 2598378 w 3748305"/>
                <a:gd name="csY59" fmla="*/ 1939636 h 2493300"/>
                <a:gd name="csX60" fmla="*/ 2515251 w 3748305"/>
                <a:gd name="csY60" fmla="*/ 1925781 h 2493300"/>
                <a:gd name="csX61" fmla="*/ 2473687 w 3748305"/>
                <a:gd name="csY61" fmla="*/ 1898072 h 2493300"/>
                <a:gd name="csX62" fmla="*/ 2383633 w 3748305"/>
                <a:gd name="csY62" fmla="*/ 1856509 h 2493300"/>
                <a:gd name="csX63" fmla="*/ 2300505 w 3748305"/>
                <a:gd name="csY63" fmla="*/ 1814945 h 2493300"/>
                <a:gd name="csX64" fmla="*/ 2245087 w 3748305"/>
                <a:gd name="csY64" fmla="*/ 1780309 h 2493300"/>
                <a:gd name="csX65" fmla="*/ 2224305 w 3748305"/>
                <a:gd name="csY65" fmla="*/ 1752600 h 2493300"/>
                <a:gd name="csX66" fmla="*/ 2182742 w 3748305"/>
                <a:gd name="csY66" fmla="*/ 1711036 h 2493300"/>
                <a:gd name="csX67" fmla="*/ 2155033 w 3748305"/>
                <a:gd name="csY67" fmla="*/ 1745672 h 2493300"/>
                <a:gd name="csX68" fmla="*/ 2141178 w 3748305"/>
                <a:gd name="csY68" fmla="*/ 1773381 h 2493300"/>
                <a:gd name="csX69" fmla="*/ 2113469 w 3748305"/>
                <a:gd name="csY69" fmla="*/ 1801090 h 2493300"/>
                <a:gd name="csX70" fmla="*/ 2002633 w 3748305"/>
                <a:gd name="csY70" fmla="*/ 1925781 h 2493300"/>
                <a:gd name="csX71" fmla="*/ 1905651 w 3748305"/>
                <a:gd name="csY71" fmla="*/ 2008909 h 2493300"/>
                <a:gd name="csX72" fmla="*/ 1753251 w 3748305"/>
                <a:gd name="csY72" fmla="*/ 2098963 h 2493300"/>
                <a:gd name="csX73" fmla="*/ 1545433 w 3748305"/>
                <a:gd name="csY73" fmla="*/ 2182090 h 2493300"/>
                <a:gd name="csX74" fmla="*/ 1275269 w 3748305"/>
                <a:gd name="csY74" fmla="*/ 2223654 h 2493300"/>
                <a:gd name="csX75" fmla="*/ 1171360 w 3748305"/>
                <a:gd name="csY75" fmla="*/ 2237509 h 2493300"/>
                <a:gd name="csX76" fmla="*/ 1060524 w 3748305"/>
                <a:gd name="csY76" fmla="*/ 2258290 h 2493300"/>
                <a:gd name="csX77" fmla="*/ 811142 w 3748305"/>
                <a:gd name="csY77" fmla="*/ 2272145 h 2493300"/>
                <a:gd name="csX78" fmla="*/ 575615 w 3748305"/>
                <a:gd name="csY78" fmla="*/ 2237509 h 2493300"/>
                <a:gd name="csX79" fmla="*/ 540978 w 3748305"/>
                <a:gd name="csY79" fmla="*/ 2223654 h 2493300"/>
                <a:gd name="csX80" fmla="*/ 499415 w 3748305"/>
                <a:gd name="csY80" fmla="*/ 2209800 h 2493300"/>
                <a:gd name="csX81" fmla="*/ 360869 w 3748305"/>
                <a:gd name="csY81" fmla="*/ 2341418 h 2493300"/>
                <a:gd name="csX82" fmla="*/ 298524 w 3748305"/>
                <a:gd name="csY82" fmla="*/ 2389909 h 2493300"/>
                <a:gd name="csX83" fmla="*/ 250033 w 3748305"/>
                <a:gd name="csY83" fmla="*/ 2431472 h 2493300"/>
                <a:gd name="csX84" fmla="*/ 83778 w 3748305"/>
                <a:gd name="csY84" fmla="*/ 2486890 h 2493300"/>
                <a:gd name="csX85" fmla="*/ 651 w 3748305"/>
                <a:gd name="csY85" fmla="*/ 2479963 h 2493300"/>
                <a:gd name="csX86" fmla="*/ 69924 w 3748305"/>
                <a:gd name="csY86" fmla="*/ 2438400 h 2493300"/>
                <a:gd name="csX87" fmla="*/ 111487 w 3748305"/>
                <a:gd name="csY87" fmla="*/ 2396836 h 2493300"/>
                <a:gd name="csX88" fmla="*/ 215396 w 3748305"/>
                <a:gd name="csY88" fmla="*/ 2265218 h 2493300"/>
                <a:gd name="csX89" fmla="*/ 250033 w 3748305"/>
                <a:gd name="csY89" fmla="*/ 2195945 h 2493300"/>
                <a:gd name="csX90" fmla="*/ 270815 w 3748305"/>
                <a:gd name="csY90" fmla="*/ 2161309 h 2493300"/>
                <a:gd name="csX91" fmla="*/ 333160 w 3748305"/>
                <a:gd name="csY91" fmla="*/ 2092036 h 2493300"/>
                <a:gd name="csX0" fmla="*/ 333160 w 3748305"/>
                <a:gd name="csY0" fmla="*/ 2092036 h 2493300"/>
                <a:gd name="csX1" fmla="*/ 333160 w 3748305"/>
                <a:gd name="csY1" fmla="*/ 2092036 h 2493300"/>
                <a:gd name="csX2" fmla="*/ 222324 w 3748305"/>
                <a:gd name="csY2" fmla="*/ 1842654 h 2493300"/>
                <a:gd name="csX3" fmla="*/ 201542 w 3748305"/>
                <a:gd name="csY3" fmla="*/ 1752600 h 2493300"/>
                <a:gd name="csX4" fmla="*/ 173833 w 3748305"/>
                <a:gd name="csY4" fmla="*/ 1683327 h 2493300"/>
                <a:gd name="csX5" fmla="*/ 118415 w 3748305"/>
                <a:gd name="csY5" fmla="*/ 1468581 h 2493300"/>
                <a:gd name="csX6" fmla="*/ 111487 w 3748305"/>
                <a:gd name="csY6" fmla="*/ 1399309 h 2493300"/>
                <a:gd name="csX7" fmla="*/ 97633 w 3748305"/>
                <a:gd name="csY7" fmla="*/ 1323109 h 2493300"/>
                <a:gd name="csX8" fmla="*/ 90705 w 3748305"/>
                <a:gd name="csY8" fmla="*/ 1226127 h 2493300"/>
                <a:gd name="csX9" fmla="*/ 104560 w 3748305"/>
                <a:gd name="csY9" fmla="*/ 983672 h 2493300"/>
                <a:gd name="csX10" fmla="*/ 132269 w 3748305"/>
                <a:gd name="csY10" fmla="*/ 858981 h 2493300"/>
                <a:gd name="csX11" fmla="*/ 166905 w 3748305"/>
                <a:gd name="csY11" fmla="*/ 741218 h 2493300"/>
                <a:gd name="csX12" fmla="*/ 180760 w 3748305"/>
                <a:gd name="csY12" fmla="*/ 692727 h 2493300"/>
                <a:gd name="csX13" fmla="*/ 187687 w 3748305"/>
                <a:gd name="csY13" fmla="*/ 651163 h 2493300"/>
                <a:gd name="csX14" fmla="*/ 222324 w 3748305"/>
                <a:gd name="csY14" fmla="*/ 547254 h 2493300"/>
                <a:gd name="csX15" fmla="*/ 326233 w 3748305"/>
                <a:gd name="csY15" fmla="*/ 353290 h 2493300"/>
                <a:gd name="csX16" fmla="*/ 492487 w 3748305"/>
                <a:gd name="csY16" fmla="*/ 214745 h 2493300"/>
                <a:gd name="csX17" fmla="*/ 568687 w 3748305"/>
                <a:gd name="csY17" fmla="*/ 180109 h 2493300"/>
                <a:gd name="csX18" fmla="*/ 624105 w 3748305"/>
                <a:gd name="csY18" fmla="*/ 145472 h 2493300"/>
                <a:gd name="csX19" fmla="*/ 928905 w 3748305"/>
                <a:gd name="csY19" fmla="*/ 48490 h 2493300"/>
                <a:gd name="csX20" fmla="*/ 1039742 w 3748305"/>
                <a:gd name="csY20" fmla="*/ 34636 h 2493300"/>
                <a:gd name="csX21" fmla="*/ 1143651 w 3748305"/>
                <a:gd name="csY21" fmla="*/ 13854 h 2493300"/>
                <a:gd name="csX22" fmla="*/ 1448451 w 3748305"/>
                <a:gd name="csY22" fmla="*/ 0 h 2493300"/>
                <a:gd name="csX23" fmla="*/ 1559287 w 3748305"/>
                <a:gd name="csY23" fmla="*/ 34636 h 2493300"/>
                <a:gd name="csX24" fmla="*/ 1670124 w 3748305"/>
                <a:gd name="csY24" fmla="*/ 62345 h 2493300"/>
                <a:gd name="csX25" fmla="*/ 1815596 w 3748305"/>
                <a:gd name="csY25" fmla="*/ 180109 h 2493300"/>
                <a:gd name="csX26" fmla="*/ 1933360 w 3748305"/>
                <a:gd name="csY26" fmla="*/ 318654 h 2493300"/>
                <a:gd name="csX27" fmla="*/ 2009560 w 3748305"/>
                <a:gd name="csY27" fmla="*/ 464127 h 2493300"/>
                <a:gd name="csX28" fmla="*/ 2037269 w 3748305"/>
                <a:gd name="csY28" fmla="*/ 540327 h 2493300"/>
                <a:gd name="csX29" fmla="*/ 2058051 w 3748305"/>
                <a:gd name="csY29" fmla="*/ 623454 h 2493300"/>
                <a:gd name="csX30" fmla="*/ 2078833 w 3748305"/>
                <a:gd name="csY30" fmla="*/ 692727 h 2493300"/>
                <a:gd name="csX31" fmla="*/ 2085760 w 3748305"/>
                <a:gd name="csY31" fmla="*/ 755072 h 2493300"/>
                <a:gd name="csX32" fmla="*/ 2099615 w 3748305"/>
                <a:gd name="csY32" fmla="*/ 845127 h 2493300"/>
                <a:gd name="csX33" fmla="*/ 2092687 w 3748305"/>
                <a:gd name="csY33" fmla="*/ 1136072 h 2493300"/>
                <a:gd name="csX34" fmla="*/ 2148105 w 3748305"/>
                <a:gd name="csY34" fmla="*/ 1004454 h 2493300"/>
                <a:gd name="csX35" fmla="*/ 2189669 w 3748305"/>
                <a:gd name="csY35" fmla="*/ 955963 h 2493300"/>
                <a:gd name="csX36" fmla="*/ 2217378 w 3748305"/>
                <a:gd name="csY36" fmla="*/ 914400 h 2493300"/>
                <a:gd name="csX37" fmla="*/ 2279724 w 3748305"/>
                <a:gd name="csY37" fmla="*/ 865909 h 2493300"/>
                <a:gd name="csX38" fmla="*/ 2411342 w 3748305"/>
                <a:gd name="csY38" fmla="*/ 755072 h 2493300"/>
                <a:gd name="csX39" fmla="*/ 2542960 w 3748305"/>
                <a:gd name="csY39" fmla="*/ 678872 h 2493300"/>
                <a:gd name="csX40" fmla="*/ 2723069 w 3748305"/>
                <a:gd name="csY40" fmla="*/ 616527 h 2493300"/>
                <a:gd name="csX41" fmla="*/ 2806196 w 3748305"/>
                <a:gd name="csY41" fmla="*/ 602672 h 2493300"/>
                <a:gd name="csX42" fmla="*/ 2903178 w 3748305"/>
                <a:gd name="csY42" fmla="*/ 581890 h 2493300"/>
                <a:gd name="csX43" fmla="*/ 3083287 w 3748305"/>
                <a:gd name="csY43" fmla="*/ 568036 h 2493300"/>
                <a:gd name="csX44" fmla="*/ 3270324 w 3748305"/>
                <a:gd name="csY44" fmla="*/ 595745 h 2493300"/>
                <a:gd name="csX45" fmla="*/ 3471215 w 3748305"/>
                <a:gd name="csY45" fmla="*/ 706581 h 2493300"/>
                <a:gd name="csX46" fmla="*/ 3554342 w 3748305"/>
                <a:gd name="csY46" fmla="*/ 775854 h 2493300"/>
                <a:gd name="csX47" fmla="*/ 3609760 w 3748305"/>
                <a:gd name="csY47" fmla="*/ 852054 h 2493300"/>
                <a:gd name="csX48" fmla="*/ 3685960 w 3748305"/>
                <a:gd name="csY48" fmla="*/ 976745 h 2493300"/>
                <a:gd name="csX49" fmla="*/ 3727524 w 3748305"/>
                <a:gd name="csY49" fmla="*/ 1149927 h 2493300"/>
                <a:gd name="csX50" fmla="*/ 3748305 w 3748305"/>
                <a:gd name="csY50" fmla="*/ 1302327 h 2493300"/>
                <a:gd name="csX51" fmla="*/ 3727524 w 3748305"/>
                <a:gd name="csY51" fmla="*/ 1447800 h 2493300"/>
                <a:gd name="csX52" fmla="*/ 3672105 w 3748305"/>
                <a:gd name="csY52" fmla="*/ 1565563 h 2493300"/>
                <a:gd name="csX53" fmla="*/ 3588978 w 3748305"/>
                <a:gd name="csY53" fmla="*/ 1676400 h 2493300"/>
                <a:gd name="csX54" fmla="*/ 3491996 w 3748305"/>
                <a:gd name="csY54" fmla="*/ 1759527 h 2493300"/>
                <a:gd name="csX55" fmla="*/ 3360378 w 3748305"/>
                <a:gd name="csY55" fmla="*/ 1835727 h 2493300"/>
                <a:gd name="csX56" fmla="*/ 3194124 w 3748305"/>
                <a:gd name="csY56" fmla="*/ 1898072 h 2493300"/>
                <a:gd name="csX57" fmla="*/ 3007087 w 3748305"/>
                <a:gd name="csY57" fmla="*/ 1939636 h 2493300"/>
                <a:gd name="csX58" fmla="*/ 2847760 w 3748305"/>
                <a:gd name="csY58" fmla="*/ 1967345 h 2493300"/>
                <a:gd name="csX59" fmla="*/ 2598378 w 3748305"/>
                <a:gd name="csY59" fmla="*/ 1939636 h 2493300"/>
                <a:gd name="csX60" fmla="*/ 2515251 w 3748305"/>
                <a:gd name="csY60" fmla="*/ 1925781 h 2493300"/>
                <a:gd name="csX61" fmla="*/ 2473687 w 3748305"/>
                <a:gd name="csY61" fmla="*/ 1898072 h 2493300"/>
                <a:gd name="csX62" fmla="*/ 2383633 w 3748305"/>
                <a:gd name="csY62" fmla="*/ 1856509 h 2493300"/>
                <a:gd name="csX63" fmla="*/ 2300505 w 3748305"/>
                <a:gd name="csY63" fmla="*/ 1814945 h 2493300"/>
                <a:gd name="csX64" fmla="*/ 2245087 w 3748305"/>
                <a:gd name="csY64" fmla="*/ 1780309 h 2493300"/>
                <a:gd name="csX65" fmla="*/ 2224305 w 3748305"/>
                <a:gd name="csY65" fmla="*/ 1752600 h 2493300"/>
                <a:gd name="csX66" fmla="*/ 2182742 w 3748305"/>
                <a:gd name="csY66" fmla="*/ 1711036 h 2493300"/>
                <a:gd name="csX67" fmla="*/ 2155033 w 3748305"/>
                <a:gd name="csY67" fmla="*/ 1745672 h 2493300"/>
                <a:gd name="csX68" fmla="*/ 2141178 w 3748305"/>
                <a:gd name="csY68" fmla="*/ 1773381 h 2493300"/>
                <a:gd name="csX69" fmla="*/ 2113469 w 3748305"/>
                <a:gd name="csY69" fmla="*/ 1801090 h 2493300"/>
                <a:gd name="csX70" fmla="*/ 2002633 w 3748305"/>
                <a:gd name="csY70" fmla="*/ 1925781 h 2493300"/>
                <a:gd name="csX71" fmla="*/ 1905651 w 3748305"/>
                <a:gd name="csY71" fmla="*/ 2008909 h 2493300"/>
                <a:gd name="csX72" fmla="*/ 1753251 w 3748305"/>
                <a:gd name="csY72" fmla="*/ 2098963 h 2493300"/>
                <a:gd name="csX73" fmla="*/ 1545433 w 3748305"/>
                <a:gd name="csY73" fmla="*/ 2182090 h 2493300"/>
                <a:gd name="csX74" fmla="*/ 1275269 w 3748305"/>
                <a:gd name="csY74" fmla="*/ 2223654 h 2493300"/>
                <a:gd name="csX75" fmla="*/ 1171360 w 3748305"/>
                <a:gd name="csY75" fmla="*/ 2237509 h 2493300"/>
                <a:gd name="csX76" fmla="*/ 1060524 w 3748305"/>
                <a:gd name="csY76" fmla="*/ 2258290 h 2493300"/>
                <a:gd name="csX77" fmla="*/ 811142 w 3748305"/>
                <a:gd name="csY77" fmla="*/ 2272145 h 2493300"/>
                <a:gd name="csX78" fmla="*/ 575615 w 3748305"/>
                <a:gd name="csY78" fmla="*/ 2237509 h 2493300"/>
                <a:gd name="csX79" fmla="*/ 540978 w 3748305"/>
                <a:gd name="csY79" fmla="*/ 2223654 h 2493300"/>
                <a:gd name="csX80" fmla="*/ 499415 w 3748305"/>
                <a:gd name="csY80" fmla="*/ 2209800 h 2493300"/>
                <a:gd name="csX81" fmla="*/ 360869 w 3748305"/>
                <a:gd name="csY81" fmla="*/ 2341418 h 2493300"/>
                <a:gd name="csX82" fmla="*/ 298524 w 3748305"/>
                <a:gd name="csY82" fmla="*/ 2389909 h 2493300"/>
                <a:gd name="csX83" fmla="*/ 250033 w 3748305"/>
                <a:gd name="csY83" fmla="*/ 2431472 h 2493300"/>
                <a:gd name="csX84" fmla="*/ 83778 w 3748305"/>
                <a:gd name="csY84" fmla="*/ 2486890 h 2493300"/>
                <a:gd name="csX85" fmla="*/ 651 w 3748305"/>
                <a:gd name="csY85" fmla="*/ 2479963 h 2493300"/>
                <a:gd name="csX86" fmla="*/ 69924 w 3748305"/>
                <a:gd name="csY86" fmla="*/ 2438400 h 2493300"/>
                <a:gd name="csX87" fmla="*/ 111487 w 3748305"/>
                <a:gd name="csY87" fmla="*/ 2396836 h 2493300"/>
                <a:gd name="csX88" fmla="*/ 215396 w 3748305"/>
                <a:gd name="csY88" fmla="*/ 2265218 h 2493300"/>
                <a:gd name="csX89" fmla="*/ 250033 w 3748305"/>
                <a:gd name="csY89" fmla="*/ 2195945 h 2493300"/>
                <a:gd name="csX90" fmla="*/ 333160 w 3748305"/>
                <a:gd name="csY90" fmla="*/ 2092036 h 2493300"/>
                <a:gd name="csX0" fmla="*/ 333160 w 3748305"/>
                <a:gd name="csY0" fmla="*/ 2092036 h 2493300"/>
                <a:gd name="csX1" fmla="*/ 333160 w 3748305"/>
                <a:gd name="csY1" fmla="*/ 2092036 h 2493300"/>
                <a:gd name="csX2" fmla="*/ 222324 w 3748305"/>
                <a:gd name="csY2" fmla="*/ 1842654 h 2493300"/>
                <a:gd name="csX3" fmla="*/ 201542 w 3748305"/>
                <a:gd name="csY3" fmla="*/ 1752600 h 2493300"/>
                <a:gd name="csX4" fmla="*/ 173833 w 3748305"/>
                <a:gd name="csY4" fmla="*/ 1683327 h 2493300"/>
                <a:gd name="csX5" fmla="*/ 118415 w 3748305"/>
                <a:gd name="csY5" fmla="*/ 1468581 h 2493300"/>
                <a:gd name="csX6" fmla="*/ 111487 w 3748305"/>
                <a:gd name="csY6" fmla="*/ 1399309 h 2493300"/>
                <a:gd name="csX7" fmla="*/ 97633 w 3748305"/>
                <a:gd name="csY7" fmla="*/ 1323109 h 2493300"/>
                <a:gd name="csX8" fmla="*/ 90705 w 3748305"/>
                <a:gd name="csY8" fmla="*/ 1226127 h 2493300"/>
                <a:gd name="csX9" fmla="*/ 104560 w 3748305"/>
                <a:gd name="csY9" fmla="*/ 983672 h 2493300"/>
                <a:gd name="csX10" fmla="*/ 132269 w 3748305"/>
                <a:gd name="csY10" fmla="*/ 858981 h 2493300"/>
                <a:gd name="csX11" fmla="*/ 166905 w 3748305"/>
                <a:gd name="csY11" fmla="*/ 741218 h 2493300"/>
                <a:gd name="csX12" fmla="*/ 180760 w 3748305"/>
                <a:gd name="csY12" fmla="*/ 692727 h 2493300"/>
                <a:gd name="csX13" fmla="*/ 187687 w 3748305"/>
                <a:gd name="csY13" fmla="*/ 651163 h 2493300"/>
                <a:gd name="csX14" fmla="*/ 222324 w 3748305"/>
                <a:gd name="csY14" fmla="*/ 547254 h 2493300"/>
                <a:gd name="csX15" fmla="*/ 326233 w 3748305"/>
                <a:gd name="csY15" fmla="*/ 353290 h 2493300"/>
                <a:gd name="csX16" fmla="*/ 492487 w 3748305"/>
                <a:gd name="csY16" fmla="*/ 214745 h 2493300"/>
                <a:gd name="csX17" fmla="*/ 568687 w 3748305"/>
                <a:gd name="csY17" fmla="*/ 180109 h 2493300"/>
                <a:gd name="csX18" fmla="*/ 624105 w 3748305"/>
                <a:gd name="csY18" fmla="*/ 145472 h 2493300"/>
                <a:gd name="csX19" fmla="*/ 928905 w 3748305"/>
                <a:gd name="csY19" fmla="*/ 48490 h 2493300"/>
                <a:gd name="csX20" fmla="*/ 1039742 w 3748305"/>
                <a:gd name="csY20" fmla="*/ 34636 h 2493300"/>
                <a:gd name="csX21" fmla="*/ 1143651 w 3748305"/>
                <a:gd name="csY21" fmla="*/ 13854 h 2493300"/>
                <a:gd name="csX22" fmla="*/ 1448451 w 3748305"/>
                <a:gd name="csY22" fmla="*/ 0 h 2493300"/>
                <a:gd name="csX23" fmla="*/ 1559287 w 3748305"/>
                <a:gd name="csY23" fmla="*/ 34636 h 2493300"/>
                <a:gd name="csX24" fmla="*/ 1670124 w 3748305"/>
                <a:gd name="csY24" fmla="*/ 62345 h 2493300"/>
                <a:gd name="csX25" fmla="*/ 1815596 w 3748305"/>
                <a:gd name="csY25" fmla="*/ 180109 h 2493300"/>
                <a:gd name="csX26" fmla="*/ 1933360 w 3748305"/>
                <a:gd name="csY26" fmla="*/ 318654 h 2493300"/>
                <a:gd name="csX27" fmla="*/ 2009560 w 3748305"/>
                <a:gd name="csY27" fmla="*/ 464127 h 2493300"/>
                <a:gd name="csX28" fmla="*/ 2037269 w 3748305"/>
                <a:gd name="csY28" fmla="*/ 540327 h 2493300"/>
                <a:gd name="csX29" fmla="*/ 2058051 w 3748305"/>
                <a:gd name="csY29" fmla="*/ 623454 h 2493300"/>
                <a:gd name="csX30" fmla="*/ 2078833 w 3748305"/>
                <a:gd name="csY30" fmla="*/ 692727 h 2493300"/>
                <a:gd name="csX31" fmla="*/ 2085760 w 3748305"/>
                <a:gd name="csY31" fmla="*/ 755072 h 2493300"/>
                <a:gd name="csX32" fmla="*/ 2099615 w 3748305"/>
                <a:gd name="csY32" fmla="*/ 845127 h 2493300"/>
                <a:gd name="csX33" fmla="*/ 2092687 w 3748305"/>
                <a:gd name="csY33" fmla="*/ 1136072 h 2493300"/>
                <a:gd name="csX34" fmla="*/ 2148105 w 3748305"/>
                <a:gd name="csY34" fmla="*/ 1004454 h 2493300"/>
                <a:gd name="csX35" fmla="*/ 2189669 w 3748305"/>
                <a:gd name="csY35" fmla="*/ 955963 h 2493300"/>
                <a:gd name="csX36" fmla="*/ 2217378 w 3748305"/>
                <a:gd name="csY36" fmla="*/ 914400 h 2493300"/>
                <a:gd name="csX37" fmla="*/ 2279724 w 3748305"/>
                <a:gd name="csY37" fmla="*/ 865909 h 2493300"/>
                <a:gd name="csX38" fmla="*/ 2411342 w 3748305"/>
                <a:gd name="csY38" fmla="*/ 755072 h 2493300"/>
                <a:gd name="csX39" fmla="*/ 2542960 w 3748305"/>
                <a:gd name="csY39" fmla="*/ 678872 h 2493300"/>
                <a:gd name="csX40" fmla="*/ 2723069 w 3748305"/>
                <a:gd name="csY40" fmla="*/ 616527 h 2493300"/>
                <a:gd name="csX41" fmla="*/ 2806196 w 3748305"/>
                <a:gd name="csY41" fmla="*/ 602672 h 2493300"/>
                <a:gd name="csX42" fmla="*/ 2903178 w 3748305"/>
                <a:gd name="csY42" fmla="*/ 581890 h 2493300"/>
                <a:gd name="csX43" fmla="*/ 3083287 w 3748305"/>
                <a:gd name="csY43" fmla="*/ 568036 h 2493300"/>
                <a:gd name="csX44" fmla="*/ 3270324 w 3748305"/>
                <a:gd name="csY44" fmla="*/ 595745 h 2493300"/>
                <a:gd name="csX45" fmla="*/ 3471215 w 3748305"/>
                <a:gd name="csY45" fmla="*/ 706581 h 2493300"/>
                <a:gd name="csX46" fmla="*/ 3554342 w 3748305"/>
                <a:gd name="csY46" fmla="*/ 775854 h 2493300"/>
                <a:gd name="csX47" fmla="*/ 3609760 w 3748305"/>
                <a:gd name="csY47" fmla="*/ 852054 h 2493300"/>
                <a:gd name="csX48" fmla="*/ 3685960 w 3748305"/>
                <a:gd name="csY48" fmla="*/ 976745 h 2493300"/>
                <a:gd name="csX49" fmla="*/ 3727524 w 3748305"/>
                <a:gd name="csY49" fmla="*/ 1149927 h 2493300"/>
                <a:gd name="csX50" fmla="*/ 3748305 w 3748305"/>
                <a:gd name="csY50" fmla="*/ 1302327 h 2493300"/>
                <a:gd name="csX51" fmla="*/ 3727524 w 3748305"/>
                <a:gd name="csY51" fmla="*/ 1447800 h 2493300"/>
                <a:gd name="csX52" fmla="*/ 3672105 w 3748305"/>
                <a:gd name="csY52" fmla="*/ 1565563 h 2493300"/>
                <a:gd name="csX53" fmla="*/ 3588978 w 3748305"/>
                <a:gd name="csY53" fmla="*/ 1676400 h 2493300"/>
                <a:gd name="csX54" fmla="*/ 3491996 w 3748305"/>
                <a:gd name="csY54" fmla="*/ 1759527 h 2493300"/>
                <a:gd name="csX55" fmla="*/ 3360378 w 3748305"/>
                <a:gd name="csY55" fmla="*/ 1835727 h 2493300"/>
                <a:gd name="csX56" fmla="*/ 3194124 w 3748305"/>
                <a:gd name="csY56" fmla="*/ 1898072 h 2493300"/>
                <a:gd name="csX57" fmla="*/ 3007087 w 3748305"/>
                <a:gd name="csY57" fmla="*/ 1939636 h 2493300"/>
                <a:gd name="csX58" fmla="*/ 2847760 w 3748305"/>
                <a:gd name="csY58" fmla="*/ 1967345 h 2493300"/>
                <a:gd name="csX59" fmla="*/ 2598378 w 3748305"/>
                <a:gd name="csY59" fmla="*/ 1939636 h 2493300"/>
                <a:gd name="csX60" fmla="*/ 2515251 w 3748305"/>
                <a:gd name="csY60" fmla="*/ 1925781 h 2493300"/>
                <a:gd name="csX61" fmla="*/ 2473687 w 3748305"/>
                <a:gd name="csY61" fmla="*/ 1898072 h 2493300"/>
                <a:gd name="csX62" fmla="*/ 2383633 w 3748305"/>
                <a:gd name="csY62" fmla="*/ 1856509 h 2493300"/>
                <a:gd name="csX63" fmla="*/ 2300505 w 3748305"/>
                <a:gd name="csY63" fmla="*/ 1814945 h 2493300"/>
                <a:gd name="csX64" fmla="*/ 2245087 w 3748305"/>
                <a:gd name="csY64" fmla="*/ 1780309 h 2493300"/>
                <a:gd name="csX65" fmla="*/ 2224305 w 3748305"/>
                <a:gd name="csY65" fmla="*/ 1752600 h 2493300"/>
                <a:gd name="csX66" fmla="*/ 2182742 w 3748305"/>
                <a:gd name="csY66" fmla="*/ 1711036 h 2493300"/>
                <a:gd name="csX67" fmla="*/ 2155033 w 3748305"/>
                <a:gd name="csY67" fmla="*/ 1745672 h 2493300"/>
                <a:gd name="csX68" fmla="*/ 2141178 w 3748305"/>
                <a:gd name="csY68" fmla="*/ 1773381 h 2493300"/>
                <a:gd name="csX69" fmla="*/ 2113469 w 3748305"/>
                <a:gd name="csY69" fmla="*/ 1801090 h 2493300"/>
                <a:gd name="csX70" fmla="*/ 2002633 w 3748305"/>
                <a:gd name="csY70" fmla="*/ 1925781 h 2493300"/>
                <a:gd name="csX71" fmla="*/ 1905651 w 3748305"/>
                <a:gd name="csY71" fmla="*/ 2008909 h 2493300"/>
                <a:gd name="csX72" fmla="*/ 1753251 w 3748305"/>
                <a:gd name="csY72" fmla="*/ 2098963 h 2493300"/>
                <a:gd name="csX73" fmla="*/ 1545433 w 3748305"/>
                <a:gd name="csY73" fmla="*/ 2182090 h 2493300"/>
                <a:gd name="csX74" fmla="*/ 1275269 w 3748305"/>
                <a:gd name="csY74" fmla="*/ 2223654 h 2493300"/>
                <a:gd name="csX75" fmla="*/ 1171360 w 3748305"/>
                <a:gd name="csY75" fmla="*/ 2237509 h 2493300"/>
                <a:gd name="csX76" fmla="*/ 1060524 w 3748305"/>
                <a:gd name="csY76" fmla="*/ 2258290 h 2493300"/>
                <a:gd name="csX77" fmla="*/ 811142 w 3748305"/>
                <a:gd name="csY77" fmla="*/ 2272145 h 2493300"/>
                <a:gd name="csX78" fmla="*/ 575615 w 3748305"/>
                <a:gd name="csY78" fmla="*/ 2237509 h 2493300"/>
                <a:gd name="csX79" fmla="*/ 540978 w 3748305"/>
                <a:gd name="csY79" fmla="*/ 2223654 h 2493300"/>
                <a:gd name="csX80" fmla="*/ 499415 w 3748305"/>
                <a:gd name="csY80" fmla="*/ 2209800 h 2493300"/>
                <a:gd name="csX81" fmla="*/ 360869 w 3748305"/>
                <a:gd name="csY81" fmla="*/ 2341418 h 2493300"/>
                <a:gd name="csX82" fmla="*/ 298524 w 3748305"/>
                <a:gd name="csY82" fmla="*/ 2389909 h 2493300"/>
                <a:gd name="csX83" fmla="*/ 250033 w 3748305"/>
                <a:gd name="csY83" fmla="*/ 2431472 h 2493300"/>
                <a:gd name="csX84" fmla="*/ 83778 w 3748305"/>
                <a:gd name="csY84" fmla="*/ 2486890 h 2493300"/>
                <a:gd name="csX85" fmla="*/ 651 w 3748305"/>
                <a:gd name="csY85" fmla="*/ 2479963 h 2493300"/>
                <a:gd name="csX86" fmla="*/ 69924 w 3748305"/>
                <a:gd name="csY86" fmla="*/ 2438400 h 2493300"/>
                <a:gd name="csX87" fmla="*/ 111487 w 3748305"/>
                <a:gd name="csY87" fmla="*/ 2396836 h 2493300"/>
                <a:gd name="csX88" fmla="*/ 215396 w 3748305"/>
                <a:gd name="csY88" fmla="*/ 2265218 h 2493300"/>
                <a:gd name="csX89" fmla="*/ 333160 w 3748305"/>
                <a:gd name="csY89" fmla="*/ 2092036 h 24933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3748305" h="2493300">
                  <a:moveTo>
                    <a:pt x="333160" y="2092036"/>
                  </a:moveTo>
                  <a:lnTo>
                    <a:pt x="333160" y="2092036"/>
                  </a:lnTo>
                  <a:cubicBezTo>
                    <a:pt x="296215" y="2008909"/>
                    <a:pt x="255211" y="1927469"/>
                    <a:pt x="222324" y="1842654"/>
                  </a:cubicBezTo>
                  <a:cubicBezTo>
                    <a:pt x="211186" y="1813931"/>
                    <a:pt x="210512" y="1782072"/>
                    <a:pt x="201542" y="1752600"/>
                  </a:cubicBezTo>
                  <a:cubicBezTo>
                    <a:pt x="194301" y="1728808"/>
                    <a:pt x="181251" y="1707065"/>
                    <a:pt x="173833" y="1683327"/>
                  </a:cubicBezTo>
                  <a:cubicBezTo>
                    <a:pt x="143595" y="1586565"/>
                    <a:pt x="136847" y="1551530"/>
                    <a:pt x="118415" y="1468581"/>
                  </a:cubicBezTo>
                  <a:cubicBezTo>
                    <a:pt x="116106" y="1445490"/>
                    <a:pt x="114769" y="1422282"/>
                    <a:pt x="111487" y="1399309"/>
                  </a:cubicBezTo>
                  <a:cubicBezTo>
                    <a:pt x="107836" y="1373752"/>
                    <a:pt x="100709" y="1348741"/>
                    <a:pt x="97633" y="1323109"/>
                  </a:cubicBezTo>
                  <a:cubicBezTo>
                    <a:pt x="93772" y="1290930"/>
                    <a:pt x="93014" y="1258454"/>
                    <a:pt x="90705" y="1226127"/>
                  </a:cubicBezTo>
                  <a:cubicBezTo>
                    <a:pt x="91402" y="1208707"/>
                    <a:pt x="94760" y="1038552"/>
                    <a:pt x="104560" y="983672"/>
                  </a:cubicBezTo>
                  <a:cubicBezTo>
                    <a:pt x="112045" y="941757"/>
                    <a:pt x="117319" y="898848"/>
                    <a:pt x="132269" y="858981"/>
                  </a:cubicBezTo>
                  <a:cubicBezTo>
                    <a:pt x="166830" y="766821"/>
                    <a:pt x="141969" y="840960"/>
                    <a:pt x="166905" y="741218"/>
                  </a:cubicBezTo>
                  <a:cubicBezTo>
                    <a:pt x="170982" y="724909"/>
                    <a:pt x="176980" y="709107"/>
                    <a:pt x="180760" y="692727"/>
                  </a:cubicBezTo>
                  <a:cubicBezTo>
                    <a:pt x="183918" y="679041"/>
                    <a:pt x="184529" y="664849"/>
                    <a:pt x="187687" y="651163"/>
                  </a:cubicBezTo>
                  <a:cubicBezTo>
                    <a:pt x="194704" y="620756"/>
                    <a:pt x="210025" y="574926"/>
                    <a:pt x="222324" y="547254"/>
                  </a:cubicBezTo>
                  <a:cubicBezTo>
                    <a:pt x="245037" y="496149"/>
                    <a:pt x="283632" y="402991"/>
                    <a:pt x="326233" y="353290"/>
                  </a:cubicBezTo>
                  <a:cubicBezTo>
                    <a:pt x="380377" y="290122"/>
                    <a:pt x="421398" y="254926"/>
                    <a:pt x="492487" y="214745"/>
                  </a:cubicBezTo>
                  <a:cubicBezTo>
                    <a:pt x="516776" y="201016"/>
                    <a:pt x="543997" y="193104"/>
                    <a:pt x="568687" y="180109"/>
                  </a:cubicBezTo>
                  <a:cubicBezTo>
                    <a:pt x="587964" y="169963"/>
                    <a:pt x="604166" y="154245"/>
                    <a:pt x="624105" y="145472"/>
                  </a:cubicBezTo>
                  <a:cubicBezTo>
                    <a:pt x="674678" y="123220"/>
                    <a:pt x="902692" y="51766"/>
                    <a:pt x="928905" y="48490"/>
                  </a:cubicBezTo>
                  <a:cubicBezTo>
                    <a:pt x="965851" y="43872"/>
                    <a:pt x="1002984" y="40565"/>
                    <a:pt x="1039742" y="34636"/>
                  </a:cubicBezTo>
                  <a:cubicBezTo>
                    <a:pt x="1074614" y="29012"/>
                    <a:pt x="1108639" y="18522"/>
                    <a:pt x="1143651" y="13854"/>
                  </a:cubicBezTo>
                  <a:cubicBezTo>
                    <a:pt x="1199246" y="6441"/>
                    <a:pt x="1435167" y="458"/>
                    <a:pt x="1448451" y="0"/>
                  </a:cubicBezTo>
                  <a:cubicBezTo>
                    <a:pt x="1485396" y="11545"/>
                    <a:pt x="1522025" y="24156"/>
                    <a:pt x="1559287" y="34636"/>
                  </a:cubicBezTo>
                  <a:cubicBezTo>
                    <a:pt x="1595947" y="44947"/>
                    <a:pt x="1635051" y="47506"/>
                    <a:pt x="1670124" y="62345"/>
                  </a:cubicBezTo>
                  <a:cubicBezTo>
                    <a:pt x="1705965" y="77508"/>
                    <a:pt x="1793505" y="156440"/>
                    <a:pt x="1815596" y="180109"/>
                  </a:cubicBezTo>
                  <a:cubicBezTo>
                    <a:pt x="1856952" y="224419"/>
                    <a:pt x="1905236" y="264963"/>
                    <a:pt x="1933360" y="318654"/>
                  </a:cubicBezTo>
                  <a:cubicBezTo>
                    <a:pt x="1958760" y="367145"/>
                    <a:pt x="1990853" y="412682"/>
                    <a:pt x="2009560" y="464127"/>
                  </a:cubicBezTo>
                  <a:cubicBezTo>
                    <a:pt x="2018796" y="489527"/>
                    <a:pt x="2029400" y="514471"/>
                    <a:pt x="2037269" y="540327"/>
                  </a:cubicBezTo>
                  <a:cubicBezTo>
                    <a:pt x="2045585" y="567651"/>
                    <a:pt x="2050536" y="595899"/>
                    <a:pt x="2058051" y="623454"/>
                  </a:cubicBezTo>
                  <a:cubicBezTo>
                    <a:pt x="2064394" y="646712"/>
                    <a:pt x="2071906" y="669636"/>
                    <a:pt x="2078833" y="692727"/>
                  </a:cubicBezTo>
                  <a:cubicBezTo>
                    <a:pt x="2081142" y="713509"/>
                    <a:pt x="2083167" y="734324"/>
                    <a:pt x="2085760" y="755072"/>
                  </a:cubicBezTo>
                  <a:cubicBezTo>
                    <a:pt x="2090219" y="790742"/>
                    <a:pt x="2093835" y="810448"/>
                    <a:pt x="2099615" y="845127"/>
                  </a:cubicBezTo>
                  <a:cubicBezTo>
                    <a:pt x="2097306" y="942109"/>
                    <a:pt x="2079866" y="1039914"/>
                    <a:pt x="2092687" y="1136072"/>
                  </a:cubicBezTo>
                  <a:cubicBezTo>
                    <a:pt x="2094289" y="1148083"/>
                    <a:pt x="2138815" y="1015292"/>
                    <a:pt x="2148105" y="1004454"/>
                  </a:cubicBezTo>
                  <a:cubicBezTo>
                    <a:pt x="2161960" y="988290"/>
                    <a:pt x="2176689" y="972837"/>
                    <a:pt x="2189669" y="955963"/>
                  </a:cubicBezTo>
                  <a:cubicBezTo>
                    <a:pt x="2199821" y="942765"/>
                    <a:pt x="2205604" y="926174"/>
                    <a:pt x="2217378" y="914400"/>
                  </a:cubicBezTo>
                  <a:cubicBezTo>
                    <a:pt x="2235995" y="895784"/>
                    <a:pt x="2259380" y="882620"/>
                    <a:pt x="2279724" y="865909"/>
                  </a:cubicBezTo>
                  <a:cubicBezTo>
                    <a:pt x="2324045" y="829502"/>
                    <a:pt x="2361704" y="783810"/>
                    <a:pt x="2411342" y="755072"/>
                  </a:cubicBezTo>
                  <a:cubicBezTo>
                    <a:pt x="2455215" y="729672"/>
                    <a:pt x="2495644" y="697070"/>
                    <a:pt x="2542960" y="678872"/>
                  </a:cubicBezTo>
                  <a:cubicBezTo>
                    <a:pt x="2604426" y="655232"/>
                    <a:pt x="2658819" y="631947"/>
                    <a:pt x="2723069" y="616527"/>
                  </a:cubicBezTo>
                  <a:cubicBezTo>
                    <a:pt x="2750385" y="609971"/>
                    <a:pt x="2778610" y="607977"/>
                    <a:pt x="2806196" y="602672"/>
                  </a:cubicBezTo>
                  <a:cubicBezTo>
                    <a:pt x="2838662" y="596428"/>
                    <a:pt x="2870501" y="586917"/>
                    <a:pt x="2903178" y="581890"/>
                  </a:cubicBezTo>
                  <a:cubicBezTo>
                    <a:pt x="2919850" y="579325"/>
                    <a:pt x="3073677" y="568722"/>
                    <a:pt x="3083287" y="568036"/>
                  </a:cubicBezTo>
                  <a:cubicBezTo>
                    <a:pt x="3145633" y="577272"/>
                    <a:pt x="3209012" y="581147"/>
                    <a:pt x="3270324" y="595745"/>
                  </a:cubicBezTo>
                  <a:cubicBezTo>
                    <a:pt x="3355828" y="616103"/>
                    <a:pt x="3402758" y="653922"/>
                    <a:pt x="3471215" y="706581"/>
                  </a:cubicBezTo>
                  <a:cubicBezTo>
                    <a:pt x="3499804" y="728573"/>
                    <a:pt x="3529467" y="749735"/>
                    <a:pt x="3554342" y="775854"/>
                  </a:cubicBezTo>
                  <a:cubicBezTo>
                    <a:pt x="3576002" y="798597"/>
                    <a:pt x="3592067" y="826105"/>
                    <a:pt x="3609760" y="852054"/>
                  </a:cubicBezTo>
                  <a:cubicBezTo>
                    <a:pt x="3646622" y="906119"/>
                    <a:pt x="3656685" y="925513"/>
                    <a:pt x="3685960" y="976745"/>
                  </a:cubicBezTo>
                  <a:cubicBezTo>
                    <a:pt x="3699815" y="1034472"/>
                    <a:pt x="3717765" y="1091368"/>
                    <a:pt x="3727524" y="1149927"/>
                  </a:cubicBezTo>
                  <a:cubicBezTo>
                    <a:pt x="3745193" y="1255944"/>
                    <a:pt x="3738583" y="1205102"/>
                    <a:pt x="3748305" y="1302327"/>
                  </a:cubicBezTo>
                  <a:cubicBezTo>
                    <a:pt x="3741378" y="1350818"/>
                    <a:pt x="3738654" y="1400098"/>
                    <a:pt x="3727524" y="1447800"/>
                  </a:cubicBezTo>
                  <a:cubicBezTo>
                    <a:pt x="3725291" y="1457369"/>
                    <a:pt x="3679231" y="1554874"/>
                    <a:pt x="3672105" y="1565563"/>
                  </a:cubicBezTo>
                  <a:cubicBezTo>
                    <a:pt x="3646488" y="1603989"/>
                    <a:pt x="3624042" y="1646345"/>
                    <a:pt x="3588978" y="1676400"/>
                  </a:cubicBezTo>
                  <a:cubicBezTo>
                    <a:pt x="3556651" y="1704109"/>
                    <a:pt x="3528844" y="1738194"/>
                    <a:pt x="3491996" y="1759527"/>
                  </a:cubicBezTo>
                  <a:cubicBezTo>
                    <a:pt x="3448123" y="1784927"/>
                    <a:pt x="3407173" y="1816229"/>
                    <a:pt x="3360378" y="1835727"/>
                  </a:cubicBezTo>
                  <a:cubicBezTo>
                    <a:pt x="3305347" y="1858656"/>
                    <a:pt x="3252158" y="1883192"/>
                    <a:pt x="3194124" y="1898072"/>
                  </a:cubicBezTo>
                  <a:cubicBezTo>
                    <a:pt x="3132259" y="1913935"/>
                    <a:pt x="3068703" y="1922831"/>
                    <a:pt x="3007087" y="1939636"/>
                  </a:cubicBezTo>
                  <a:cubicBezTo>
                    <a:pt x="2904062" y="1967734"/>
                    <a:pt x="2957124" y="1958232"/>
                    <a:pt x="2847760" y="1967345"/>
                  </a:cubicBezTo>
                  <a:lnTo>
                    <a:pt x="2598378" y="1939636"/>
                  </a:lnTo>
                  <a:cubicBezTo>
                    <a:pt x="2570504" y="1936152"/>
                    <a:pt x="2541901" y="1934664"/>
                    <a:pt x="2515251" y="1925781"/>
                  </a:cubicBezTo>
                  <a:cubicBezTo>
                    <a:pt x="2499454" y="1920515"/>
                    <a:pt x="2488144" y="1906333"/>
                    <a:pt x="2473687" y="1898072"/>
                  </a:cubicBezTo>
                  <a:cubicBezTo>
                    <a:pt x="2391706" y="1851226"/>
                    <a:pt x="2446742" y="1886207"/>
                    <a:pt x="2383633" y="1856509"/>
                  </a:cubicBezTo>
                  <a:cubicBezTo>
                    <a:pt x="2355602" y="1843318"/>
                    <a:pt x="2328214" y="1828800"/>
                    <a:pt x="2300505" y="1814945"/>
                  </a:cubicBezTo>
                  <a:cubicBezTo>
                    <a:pt x="2278559" y="1803972"/>
                    <a:pt x="2263070" y="1798291"/>
                    <a:pt x="2245087" y="1780309"/>
                  </a:cubicBezTo>
                  <a:cubicBezTo>
                    <a:pt x="2236923" y="1772145"/>
                    <a:pt x="2232028" y="1761182"/>
                    <a:pt x="2224305" y="1752600"/>
                  </a:cubicBezTo>
                  <a:cubicBezTo>
                    <a:pt x="2211198" y="1738036"/>
                    <a:pt x="2182742" y="1711036"/>
                    <a:pt x="2182742" y="1711036"/>
                  </a:cubicBezTo>
                  <a:cubicBezTo>
                    <a:pt x="2173506" y="1722581"/>
                    <a:pt x="2163234" y="1733370"/>
                    <a:pt x="2155033" y="1745672"/>
                  </a:cubicBezTo>
                  <a:cubicBezTo>
                    <a:pt x="2149305" y="1754264"/>
                    <a:pt x="2147374" y="1765120"/>
                    <a:pt x="2141178" y="1773381"/>
                  </a:cubicBezTo>
                  <a:cubicBezTo>
                    <a:pt x="2133341" y="1783831"/>
                    <a:pt x="2122024" y="1791219"/>
                    <a:pt x="2113469" y="1801090"/>
                  </a:cubicBezTo>
                  <a:cubicBezTo>
                    <a:pt x="2054916" y="1868652"/>
                    <a:pt x="2061607" y="1872424"/>
                    <a:pt x="2002633" y="1925781"/>
                  </a:cubicBezTo>
                  <a:cubicBezTo>
                    <a:pt x="1971060" y="1954347"/>
                    <a:pt x="1942307" y="1987249"/>
                    <a:pt x="1905651" y="2008909"/>
                  </a:cubicBezTo>
                  <a:cubicBezTo>
                    <a:pt x="1854851" y="2038927"/>
                    <a:pt x="1806968" y="2074546"/>
                    <a:pt x="1753251" y="2098963"/>
                  </a:cubicBezTo>
                  <a:cubicBezTo>
                    <a:pt x="1681631" y="2131518"/>
                    <a:pt x="1624230" y="2159865"/>
                    <a:pt x="1545433" y="2182090"/>
                  </a:cubicBezTo>
                  <a:cubicBezTo>
                    <a:pt x="1440002" y="2211827"/>
                    <a:pt x="1382187" y="2211075"/>
                    <a:pt x="1275269" y="2223654"/>
                  </a:cubicBezTo>
                  <a:cubicBezTo>
                    <a:pt x="1240565" y="2227737"/>
                    <a:pt x="1205857" y="2231945"/>
                    <a:pt x="1171360" y="2237509"/>
                  </a:cubicBezTo>
                  <a:cubicBezTo>
                    <a:pt x="1134250" y="2243494"/>
                    <a:pt x="1097840" y="2253767"/>
                    <a:pt x="1060524" y="2258290"/>
                  </a:cubicBezTo>
                  <a:cubicBezTo>
                    <a:pt x="1045913" y="2260061"/>
                    <a:pt x="817779" y="2271796"/>
                    <a:pt x="811142" y="2272145"/>
                  </a:cubicBezTo>
                  <a:cubicBezTo>
                    <a:pt x="672575" y="2265847"/>
                    <a:pt x="682281" y="2280176"/>
                    <a:pt x="575615" y="2237509"/>
                  </a:cubicBezTo>
                  <a:cubicBezTo>
                    <a:pt x="564069" y="2232891"/>
                    <a:pt x="552664" y="2227904"/>
                    <a:pt x="540978" y="2223654"/>
                  </a:cubicBezTo>
                  <a:cubicBezTo>
                    <a:pt x="527254" y="2218663"/>
                    <a:pt x="499415" y="2209800"/>
                    <a:pt x="499415" y="2209800"/>
                  </a:cubicBezTo>
                  <a:cubicBezTo>
                    <a:pt x="435300" y="2284598"/>
                    <a:pt x="463696" y="2256473"/>
                    <a:pt x="360869" y="2341418"/>
                  </a:cubicBezTo>
                  <a:cubicBezTo>
                    <a:pt x="340572" y="2358186"/>
                    <a:pt x="318514" y="2372775"/>
                    <a:pt x="298524" y="2389909"/>
                  </a:cubicBezTo>
                  <a:cubicBezTo>
                    <a:pt x="282360" y="2403763"/>
                    <a:pt x="268752" y="2421333"/>
                    <a:pt x="250033" y="2431472"/>
                  </a:cubicBezTo>
                  <a:cubicBezTo>
                    <a:pt x="160446" y="2479998"/>
                    <a:pt x="157650" y="2476337"/>
                    <a:pt x="83778" y="2486890"/>
                  </a:cubicBezTo>
                  <a:cubicBezTo>
                    <a:pt x="56069" y="2484581"/>
                    <a:pt x="8289" y="2506698"/>
                    <a:pt x="651" y="2479963"/>
                  </a:cubicBezTo>
                  <a:cubicBezTo>
                    <a:pt x="-6747" y="2454071"/>
                    <a:pt x="50883" y="2457441"/>
                    <a:pt x="69924" y="2438400"/>
                  </a:cubicBezTo>
                  <a:cubicBezTo>
                    <a:pt x="83778" y="2424545"/>
                    <a:pt x="98470" y="2411480"/>
                    <a:pt x="111487" y="2396836"/>
                  </a:cubicBezTo>
                  <a:cubicBezTo>
                    <a:pt x="150159" y="2353329"/>
                    <a:pt x="178451" y="2316018"/>
                    <a:pt x="215396" y="2265218"/>
                  </a:cubicBezTo>
                  <a:cubicBezTo>
                    <a:pt x="252341" y="2214418"/>
                    <a:pt x="313533" y="2120900"/>
                    <a:pt x="333160" y="2092036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F273B0B-AD33-08E2-241E-5B61ECF146A4}"/>
                </a:ext>
              </a:extLst>
            </p:cNvPr>
            <p:cNvSpPr txBox="1"/>
            <p:nvPr/>
          </p:nvSpPr>
          <p:spPr>
            <a:xfrm>
              <a:off x="6812817" y="989084"/>
              <a:ext cx="1631373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I’m never going to graduate…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33A350-3AF3-013D-29DE-E43B46152008}"/>
                </a:ext>
              </a:extLst>
            </p:cNvPr>
            <p:cNvSpPr txBox="1"/>
            <p:nvPr/>
          </p:nvSpPr>
          <p:spPr>
            <a:xfrm>
              <a:off x="4186855" y="426173"/>
              <a:ext cx="2317383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I’ve got all</a:t>
              </a:r>
              <a:br>
                <a:rPr lang="en-US" sz="2000" dirty="0">
                  <a:latin typeface="Playpen Sans" pitchFamily="2" charset="0"/>
                  <a:ea typeface="Playpen Sans" pitchFamily="2" charset="0"/>
                </a:rPr>
              </a:b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this data to process, but it’s going to take </a:t>
              </a:r>
              <a:r>
                <a:rPr lang="en-US" sz="2000" b="1" dirty="0">
                  <a:latin typeface="Playpen Sans" pitchFamily="2" charset="0"/>
                  <a:ea typeface="Playpen Sans" pitchFamily="2" charset="0"/>
                </a:rPr>
                <a:t>years</a:t>
              </a: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 at this</a:t>
              </a:r>
              <a:br>
                <a:rPr lang="en-US" sz="2000" dirty="0">
                  <a:latin typeface="Playpen Sans" pitchFamily="2" charset="0"/>
                  <a:ea typeface="Playpen Sans" pitchFamily="2" charset="0"/>
                </a:rPr>
              </a:b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rate!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FADE5CA-A063-7F52-067D-7EB693519EF4}"/>
              </a:ext>
            </a:extLst>
          </p:cNvPr>
          <p:cNvGrpSpPr/>
          <p:nvPr/>
        </p:nvGrpSpPr>
        <p:grpSpPr>
          <a:xfrm>
            <a:off x="4336823" y="1981235"/>
            <a:ext cx="3207898" cy="1798894"/>
            <a:chOff x="2942115" y="2782902"/>
            <a:chExt cx="3207898" cy="1549830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BB91D0-01B5-8E95-4D89-5E7A97D2DD02}"/>
                </a:ext>
              </a:extLst>
            </p:cNvPr>
            <p:cNvSpPr/>
            <p:nvPr/>
          </p:nvSpPr>
          <p:spPr bwMode="auto">
            <a:xfrm>
              <a:off x="2942115" y="2782902"/>
              <a:ext cx="3207898" cy="1549830"/>
            </a:xfrm>
            <a:custGeom>
              <a:avLst/>
              <a:gdLst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1015139 w 3200400"/>
                <a:gd name="csY14" fmla="*/ 46495 h 1549830"/>
                <a:gd name="csX15" fmla="*/ 875654 w 3200400"/>
                <a:gd name="csY15" fmla="*/ 77491 h 1549830"/>
                <a:gd name="csX16" fmla="*/ 503695 w 3200400"/>
                <a:gd name="csY16" fmla="*/ 224725 h 1549830"/>
                <a:gd name="csX17" fmla="*/ 302217 w 3200400"/>
                <a:gd name="csY17" fmla="*/ 340962 h 1549830"/>
                <a:gd name="csX18" fmla="*/ 216976 w 3200400"/>
                <a:gd name="csY18" fmla="*/ 402956 h 1549830"/>
                <a:gd name="csX19" fmla="*/ 162732 w 3200400"/>
                <a:gd name="csY19" fmla="*/ 457200 h 1549830"/>
                <a:gd name="csX20" fmla="*/ 92990 w 3200400"/>
                <a:gd name="csY20" fmla="*/ 519193 h 1549830"/>
                <a:gd name="csX21" fmla="*/ 61993 w 3200400"/>
                <a:gd name="csY21" fmla="*/ 581186 h 1549830"/>
                <a:gd name="csX22" fmla="*/ 23247 w 3200400"/>
                <a:gd name="csY22" fmla="*/ 643179 h 1549830"/>
                <a:gd name="csX23" fmla="*/ 0 w 3200400"/>
                <a:gd name="csY23" fmla="*/ 705173 h 1549830"/>
                <a:gd name="csX24" fmla="*/ 23247 w 3200400"/>
                <a:gd name="csY24" fmla="*/ 937647 h 1549830"/>
                <a:gd name="csX25" fmla="*/ 77492 w 3200400"/>
                <a:gd name="csY25" fmla="*/ 1069383 h 1549830"/>
                <a:gd name="csX26" fmla="*/ 100739 w 3200400"/>
                <a:gd name="csY26" fmla="*/ 1123627 h 1549830"/>
                <a:gd name="csX27" fmla="*/ 185980 w 3200400"/>
                <a:gd name="csY27" fmla="*/ 1239864 h 1549830"/>
                <a:gd name="csX28" fmla="*/ 325464 w 3200400"/>
                <a:gd name="csY28" fmla="*/ 1356101 h 1549830"/>
                <a:gd name="csX29" fmla="*/ 550190 w 3200400"/>
                <a:gd name="csY29" fmla="*/ 1456840 h 1549830"/>
                <a:gd name="csX30" fmla="*/ 813661 w 3200400"/>
                <a:gd name="csY30" fmla="*/ 1511084 h 1549830"/>
                <a:gd name="csX31" fmla="*/ 953146 w 3200400"/>
                <a:gd name="csY31" fmla="*/ 1534332 h 1549830"/>
                <a:gd name="csX32" fmla="*/ 1232115 w 3200400"/>
                <a:gd name="csY32" fmla="*/ 1549830 h 1549830"/>
                <a:gd name="csX33" fmla="*/ 1821051 w 3200400"/>
                <a:gd name="csY33" fmla="*/ 1534332 h 1549830"/>
                <a:gd name="csX34" fmla="*/ 1937288 w 3200400"/>
                <a:gd name="csY34" fmla="*/ 1518834 h 1549830"/>
                <a:gd name="csX35" fmla="*/ 2138766 w 3200400"/>
                <a:gd name="csY35" fmla="*/ 1487837 h 1549830"/>
                <a:gd name="csX36" fmla="*/ 2231756 w 3200400"/>
                <a:gd name="csY36" fmla="*/ 1480088 h 1549830"/>
                <a:gd name="csX37" fmla="*/ 2386739 w 3200400"/>
                <a:gd name="csY37" fmla="*/ 1425844 h 1549830"/>
                <a:gd name="csX38" fmla="*/ 2479729 w 3200400"/>
                <a:gd name="csY38" fmla="*/ 1394847 h 1549830"/>
                <a:gd name="csX39" fmla="*/ 2510725 w 3200400"/>
                <a:gd name="csY39" fmla="*/ 1379349 h 1549830"/>
                <a:gd name="csX40" fmla="*/ 2657959 w 3200400"/>
                <a:gd name="csY40" fmla="*/ 1309606 h 1549830"/>
                <a:gd name="csX41" fmla="*/ 2688956 w 3200400"/>
                <a:gd name="csY41" fmla="*/ 1294108 h 1549830"/>
                <a:gd name="csX42" fmla="*/ 2750949 w 3200400"/>
                <a:gd name="csY42" fmla="*/ 1255362 h 1549830"/>
                <a:gd name="csX43" fmla="*/ 2805193 w 3200400"/>
                <a:gd name="csY43" fmla="*/ 1208867 h 1549830"/>
                <a:gd name="csX44" fmla="*/ 2890434 w 3200400"/>
                <a:gd name="csY44" fmla="*/ 1216617 h 1549830"/>
                <a:gd name="csX45" fmla="*/ 2944678 w 3200400"/>
                <a:gd name="csY45" fmla="*/ 1224366 h 1549830"/>
                <a:gd name="csX46" fmla="*/ 2998922 w 3200400"/>
                <a:gd name="csY46" fmla="*/ 1216617 h 1549830"/>
                <a:gd name="csX47" fmla="*/ 3068664 w 3200400"/>
                <a:gd name="csY47" fmla="*/ 1193369 h 1549830"/>
                <a:gd name="csX48" fmla="*/ 3091912 w 3200400"/>
                <a:gd name="csY48" fmla="*/ 1177871 h 1549830"/>
                <a:gd name="csX49" fmla="*/ 3122908 w 3200400"/>
                <a:gd name="csY49" fmla="*/ 1162373 h 1549830"/>
                <a:gd name="csX50" fmla="*/ 3153905 w 3200400"/>
                <a:gd name="csY50" fmla="*/ 1139125 h 1549830"/>
                <a:gd name="csX51" fmla="*/ 3200400 w 3200400"/>
                <a:gd name="csY51" fmla="*/ 1092630 h 1549830"/>
                <a:gd name="csX52" fmla="*/ 3161654 w 3200400"/>
                <a:gd name="csY52" fmla="*/ 1084881 h 1549830"/>
                <a:gd name="csX53" fmla="*/ 3076414 w 3200400"/>
                <a:gd name="csY53" fmla="*/ 1061634 h 1549830"/>
                <a:gd name="csX54" fmla="*/ 3053166 w 3200400"/>
                <a:gd name="csY54" fmla="*/ 1038386 h 1549830"/>
                <a:gd name="csX55" fmla="*/ 3029919 w 3200400"/>
                <a:gd name="csY55" fmla="*/ 1007390 h 1549830"/>
                <a:gd name="csX56" fmla="*/ 2944678 w 3200400"/>
                <a:gd name="csY56" fmla="*/ 976393 h 1549830"/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1015139 w 3200400"/>
                <a:gd name="csY14" fmla="*/ 46495 h 1549830"/>
                <a:gd name="csX15" fmla="*/ 875654 w 3200400"/>
                <a:gd name="csY15" fmla="*/ 77491 h 1549830"/>
                <a:gd name="csX16" fmla="*/ 503695 w 3200400"/>
                <a:gd name="csY16" fmla="*/ 224725 h 1549830"/>
                <a:gd name="csX17" fmla="*/ 302217 w 3200400"/>
                <a:gd name="csY17" fmla="*/ 340962 h 1549830"/>
                <a:gd name="csX18" fmla="*/ 216976 w 3200400"/>
                <a:gd name="csY18" fmla="*/ 402956 h 1549830"/>
                <a:gd name="csX19" fmla="*/ 162732 w 3200400"/>
                <a:gd name="csY19" fmla="*/ 457200 h 1549830"/>
                <a:gd name="csX20" fmla="*/ 92990 w 3200400"/>
                <a:gd name="csY20" fmla="*/ 519193 h 1549830"/>
                <a:gd name="csX21" fmla="*/ 61993 w 3200400"/>
                <a:gd name="csY21" fmla="*/ 581186 h 1549830"/>
                <a:gd name="csX22" fmla="*/ 23247 w 3200400"/>
                <a:gd name="csY22" fmla="*/ 643179 h 1549830"/>
                <a:gd name="csX23" fmla="*/ 0 w 3200400"/>
                <a:gd name="csY23" fmla="*/ 705173 h 1549830"/>
                <a:gd name="csX24" fmla="*/ 23247 w 3200400"/>
                <a:gd name="csY24" fmla="*/ 937647 h 1549830"/>
                <a:gd name="csX25" fmla="*/ 77492 w 3200400"/>
                <a:gd name="csY25" fmla="*/ 1069383 h 1549830"/>
                <a:gd name="csX26" fmla="*/ 100739 w 3200400"/>
                <a:gd name="csY26" fmla="*/ 1123627 h 1549830"/>
                <a:gd name="csX27" fmla="*/ 185980 w 3200400"/>
                <a:gd name="csY27" fmla="*/ 1239864 h 1549830"/>
                <a:gd name="csX28" fmla="*/ 325464 w 3200400"/>
                <a:gd name="csY28" fmla="*/ 1356101 h 1549830"/>
                <a:gd name="csX29" fmla="*/ 550190 w 3200400"/>
                <a:gd name="csY29" fmla="*/ 1456840 h 1549830"/>
                <a:gd name="csX30" fmla="*/ 813661 w 3200400"/>
                <a:gd name="csY30" fmla="*/ 1511084 h 1549830"/>
                <a:gd name="csX31" fmla="*/ 953146 w 3200400"/>
                <a:gd name="csY31" fmla="*/ 1534332 h 1549830"/>
                <a:gd name="csX32" fmla="*/ 1232115 w 3200400"/>
                <a:gd name="csY32" fmla="*/ 1549830 h 1549830"/>
                <a:gd name="csX33" fmla="*/ 1821051 w 3200400"/>
                <a:gd name="csY33" fmla="*/ 1534332 h 1549830"/>
                <a:gd name="csX34" fmla="*/ 1937288 w 3200400"/>
                <a:gd name="csY34" fmla="*/ 1518834 h 1549830"/>
                <a:gd name="csX35" fmla="*/ 2138766 w 3200400"/>
                <a:gd name="csY35" fmla="*/ 1487837 h 1549830"/>
                <a:gd name="csX36" fmla="*/ 2231756 w 3200400"/>
                <a:gd name="csY36" fmla="*/ 1480088 h 1549830"/>
                <a:gd name="csX37" fmla="*/ 2386739 w 3200400"/>
                <a:gd name="csY37" fmla="*/ 1425844 h 1549830"/>
                <a:gd name="csX38" fmla="*/ 2479729 w 3200400"/>
                <a:gd name="csY38" fmla="*/ 1394847 h 1549830"/>
                <a:gd name="csX39" fmla="*/ 2510725 w 3200400"/>
                <a:gd name="csY39" fmla="*/ 1379349 h 1549830"/>
                <a:gd name="csX40" fmla="*/ 2657959 w 3200400"/>
                <a:gd name="csY40" fmla="*/ 1309606 h 1549830"/>
                <a:gd name="csX41" fmla="*/ 2688956 w 3200400"/>
                <a:gd name="csY41" fmla="*/ 1294108 h 1549830"/>
                <a:gd name="csX42" fmla="*/ 2750949 w 3200400"/>
                <a:gd name="csY42" fmla="*/ 1255362 h 1549830"/>
                <a:gd name="csX43" fmla="*/ 2805193 w 3200400"/>
                <a:gd name="csY43" fmla="*/ 1208867 h 1549830"/>
                <a:gd name="csX44" fmla="*/ 2890434 w 3200400"/>
                <a:gd name="csY44" fmla="*/ 1216617 h 1549830"/>
                <a:gd name="csX45" fmla="*/ 2944678 w 3200400"/>
                <a:gd name="csY45" fmla="*/ 1224366 h 1549830"/>
                <a:gd name="csX46" fmla="*/ 2998922 w 3200400"/>
                <a:gd name="csY46" fmla="*/ 1216617 h 1549830"/>
                <a:gd name="csX47" fmla="*/ 3068664 w 3200400"/>
                <a:gd name="csY47" fmla="*/ 1193369 h 1549830"/>
                <a:gd name="csX48" fmla="*/ 3091912 w 3200400"/>
                <a:gd name="csY48" fmla="*/ 1177871 h 1549830"/>
                <a:gd name="csX49" fmla="*/ 3122908 w 3200400"/>
                <a:gd name="csY49" fmla="*/ 1162373 h 1549830"/>
                <a:gd name="csX50" fmla="*/ 3153905 w 3200400"/>
                <a:gd name="csY50" fmla="*/ 1139125 h 1549830"/>
                <a:gd name="csX51" fmla="*/ 3200400 w 3200400"/>
                <a:gd name="csY51" fmla="*/ 1092630 h 1549830"/>
                <a:gd name="csX52" fmla="*/ 3161654 w 3200400"/>
                <a:gd name="csY52" fmla="*/ 1084881 h 1549830"/>
                <a:gd name="csX53" fmla="*/ 3076414 w 3200400"/>
                <a:gd name="csY53" fmla="*/ 1061634 h 1549830"/>
                <a:gd name="csX54" fmla="*/ 3053166 w 3200400"/>
                <a:gd name="csY54" fmla="*/ 1038386 h 1549830"/>
                <a:gd name="csX55" fmla="*/ 2944678 w 3200400"/>
                <a:gd name="csY55" fmla="*/ 976393 h 1549830"/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1015139 w 3200400"/>
                <a:gd name="csY14" fmla="*/ 46495 h 1549830"/>
                <a:gd name="csX15" fmla="*/ 875654 w 3200400"/>
                <a:gd name="csY15" fmla="*/ 77491 h 1549830"/>
                <a:gd name="csX16" fmla="*/ 503695 w 3200400"/>
                <a:gd name="csY16" fmla="*/ 224725 h 1549830"/>
                <a:gd name="csX17" fmla="*/ 302217 w 3200400"/>
                <a:gd name="csY17" fmla="*/ 340962 h 1549830"/>
                <a:gd name="csX18" fmla="*/ 216976 w 3200400"/>
                <a:gd name="csY18" fmla="*/ 402956 h 1549830"/>
                <a:gd name="csX19" fmla="*/ 162732 w 3200400"/>
                <a:gd name="csY19" fmla="*/ 457200 h 1549830"/>
                <a:gd name="csX20" fmla="*/ 92990 w 3200400"/>
                <a:gd name="csY20" fmla="*/ 519193 h 1549830"/>
                <a:gd name="csX21" fmla="*/ 61993 w 3200400"/>
                <a:gd name="csY21" fmla="*/ 581186 h 1549830"/>
                <a:gd name="csX22" fmla="*/ 23247 w 3200400"/>
                <a:gd name="csY22" fmla="*/ 643179 h 1549830"/>
                <a:gd name="csX23" fmla="*/ 0 w 3200400"/>
                <a:gd name="csY23" fmla="*/ 705173 h 1549830"/>
                <a:gd name="csX24" fmla="*/ 23247 w 3200400"/>
                <a:gd name="csY24" fmla="*/ 937647 h 1549830"/>
                <a:gd name="csX25" fmla="*/ 77492 w 3200400"/>
                <a:gd name="csY25" fmla="*/ 1069383 h 1549830"/>
                <a:gd name="csX26" fmla="*/ 100739 w 3200400"/>
                <a:gd name="csY26" fmla="*/ 1123627 h 1549830"/>
                <a:gd name="csX27" fmla="*/ 185980 w 3200400"/>
                <a:gd name="csY27" fmla="*/ 1239864 h 1549830"/>
                <a:gd name="csX28" fmla="*/ 325464 w 3200400"/>
                <a:gd name="csY28" fmla="*/ 1356101 h 1549830"/>
                <a:gd name="csX29" fmla="*/ 550190 w 3200400"/>
                <a:gd name="csY29" fmla="*/ 1456840 h 1549830"/>
                <a:gd name="csX30" fmla="*/ 813661 w 3200400"/>
                <a:gd name="csY30" fmla="*/ 1511084 h 1549830"/>
                <a:gd name="csX31" fmla="*/ 953146 w 3200400"/>
                <a:gd name="csY31" fmla="*/ 1534332 h 1549830"/>
                <a:gd name="csX32" fmla="*/ 1232115 w 3200400"/>
                <a:gd name="csY32" fmla="*/ 1549830 h 1549830"/>
                <a:gd name="csX33" fmla="*/ 1821051 w 3200400"/>
                <a:gd name="csY33" fmla="*/ 1534332 h 1549830"/>
                <a:gd name="csX34" fmla="*/ 1937288 w 3200400"/>
                <a:gd name="csY34" fmla="*/ 1518834 h 1549830"/>
                <a:gd name="csX35" fmla="*/ 2138766 w 3200400"/>
                <a:gd name="csY35" fmla="*/ 1487837 h 1549830"/>
                <a:gd name="csX36" fmla="*/ 2231756 w 3200400"/>
                <a:gd name="csY36" fmla="*/ 1480088 h 1549830"/>
                <a:gd name="csX37" fmla="*/ 2386739 w 3200400"/>
                <a:gd name="csY37" fmla="*/ 1425844 h 1549830"/>
                <a:gd name="csX38" fmla="*/ 2479729 w 3200400"/>
                <a:gd name="csY38" fmla="*/ 1394847 h 1549830"/>
                <a:gd name="csX39" fmla="*/ 2510725 w 3200400"/>
                <a:gd name="csY39" fmla="*/ 1379349 h 1549830"/>
                <a:gd name="csX40" fmla="*/ 2657959 w 3200400"/>
                <a:gd name="csY40" fmla="*/ 1309606 h 1549830"/>
                <a:gd name="csX41" fmla="*/ 2688956 w 3200400"/>
                <a:gd name="csY41" fmla="*/ 1294108 h 1549830"/>
                <a:gd name="csX42" fmla="*/ 2750949 w 3200400"/>
                <a:gd name="csY42" fmla="*/ 1255362 h 1549830"/>
                <a:gd name="csX43" fmla="*/ 2805193 w 3200400"/>
                <a:gd name="csY43" fmla="*/ 1208867 h 1549830"/>
                <a:gd name="csX44" fmla="*/ 2890434 w 3200400"/>
                <a:gd name="csY44" fmla="*/ 1216617 h 1549830"/>
                <a:gd name="csX45" fmla="*/ 2944678 w 3200400"/>
                <a:gd name="csY45" fmla="*/ 1224366 h 1549830"/>
                <a:gd name="csX46" fmla="*/ 2998922 w 3200400"/>
                <a:gd name="csY46" fmla="*/ 1216617 h 1549830"/>
                <a:gd name="csX47" fmla="*/ 3068664 w 3200400"/>
                <a:gd name="csY47" fmla="*/ 1193369 h 1549830"/>
                <a:gd name="csX48" fmla="*/ 3091912 w 3200400"/>
                <a:gd name="csY48" fmla="*/ 1177871 h 1549830"/>
                <a:gd name="csX49" fmla="*/ 3122908 w 3200400"/>
                <a:gd name="csY49" fmla="*/ 1162373 h 1549830"/>
                <a:gd name="csX50" fmla="*/ 3153905 w 3200400"/>
                <a:gd name="csY50" fmla="*/ 1139125 h 1549830"/>
                <a:gd name="csX51" fmla="*/ 3200400 w 3200400"/>
                <a:gd name="csY51" fmla="*/ 1092630 h 1549830"/>
                <a:gd name="csX52" fmla="*/ 3161654 w 3200400"/>
                <a:gd name="csY52" fmla="*/ 1084881 h 1549830"/>
                <a:gd name="csX53" fmla="*/ 3076414 w 3200400"/>
                <a:gd name="csY53" fmla="*/ 1061634 h 1549830"/>
                <a:gd name="csX54" fmla="*/ 2944678 w 3200400"/>
                <a:gd name="csY54" fmla="*/ 976393 h 1549830"/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875654 w 3200400"/>
                <a:gd name="csY14" fmla="*/ 77491 h 1549830"/>
                <a:gd name="csX15" fmla="*/ 503695 w 3200400"/>
                <a:gd name="csY15" fmla="*/ 224725 h 1549830"/>
                <a:gd name="csX16" fmla="*/ 302217 w 3200400"/>
                <a:gd name="csY16" fmla="*/ 340962 h 1549830"/>
                <a:gd name="csX17" fmla="*/ 216976 w 3200400"/>
                <a:gd name="csY17" fmla="*/ 402956 h 1549830"/>
                <a:gd name="csX18" fmla="*/ 162732 w 3200400"/>
                <a:gd name="csY18" fmla="*/ 457200 h 1549830"/>
                <a:gd name="csX19" fmla="*/ 92990 w 3200400"/>
                <a:gd name="csY19" fmla="*/ 519193 h 1549830"/>
                <a:gd name="csX20" fmla="*/ 61993 w 3200400"/>
                <a:gd name="csY20" fmla="*/ 581186 h 1549830"/>
                <a:gd name="csX21" fmla="*/ 23247 w 3200400"/>
                <a:gd name="csY21" fmla="*/ 643179 h 1549830"/>
                <a:gd name="csX22" fmla="*/ 0 w 3200400"/>
                <a:gd name="csY22" fmla="*/ 705173 h 1549830"/>
                <a:gd name="csX23" fmla="*/ 23247 w 3200400"/>
                <a:gd name="csY23" fmla="*/ 937647 h 1549830"/>
                <a:gd name="csX24" fmla="*/ 77492 w 3200400"/>
                <a:gd name="csY24" fmla="*/ 1069383 h 1549830"/>
                <a:gd name="csX25" fmla="*/ 100739 w 3200400"/>
                <a:gd name="csY25" fmla="*/ 1123627 h 1549830"/>
                <a:gd name="csX26" fmla="*/ 185980 w 3200400"/>
                <a:gd name="csY26" fmla="*/ 1239864 h 1549830"/>
                <a:gd name="csX27" fmla="*/ 325464 w 3200400"/>
                <a:gd name="csY27" fmla="*/ 1356101 h 1549830"/>
                <a:gd name="csX28" fmla="*/ 550190 w 3200400"/>
                <a:gd name="csY28" fmla="*/ 1456840 h 1549830"/>
                <a:gd name="csX29" fmla="*/ 813661 w 3200400"/>
                <a:gd name="csY29" fmla="*/ 1511084 h 1549830"/>
                <a:gd name="csX30" fmla="*/ 953146 w 3200400"/>
                <a:gd name="csY30" fmla="*/ 1534332 h 1549830"/>
                <a:gd name="csX31" fmla="*/ 1232115 w 3200400"/>
                <a:gd name="csY31" fmla="*/ 1549830 h 1549830"/>
                <a:gd name="csX32" fmla="*/ 1821051 w 3200400"/>
                <a:gd name="csY32" fmla="*/ 1534332 h 1549830"/>
                <a:gd name="csX33" fmla="*/ 1937288 w 3200400"/>
                <a:gd name="csY33" fmla="*/ 1518834 h 1549830"/>
                <a:gd name="csX34" fmla="*/ 2138766 w 3200400"/>
                <a:gd name="csY34" fmla="*/ 1487837 h 1549830"/>
                <a:gd name="csX35" fmla="*/ 2231756 w 3200400"/>
                <a:gd name="csY35" fmla="*/ 1480088 h 1549830"/>
                <a:gd name="csX36" fmla="*/ 2386739 w 3200400"/>
                <a:gd name="csY36" fmla="*/ 1425844 h 1549830"/>
                <a:gd name="csX37" fmla="*/ 2479729 w 3200400"/>
                <a:gd name="csY37" fmla="*/ 1394847 h 1549830"/>
                <a:gd name="csX38" fmla="*/ 2510725 w 3200400"/>
                <a:gd name="csY38" fmla="*/ 1379349 h 1549830"/>
                <a:gd name="csX39" fmla="*/ 2657959 w 3200400"/>
                <a:gd name="csY39" fmla="*/ 1309606 h 1549830"/>
                <a:gd name="csX40" fmla="*/ 2688956 w 3200400"/>
                <a:gd name="csY40" fmla="*/ 1294108 h 1549830"/>
                <a:gd name="csX41" fmla="*/ 2750949 w 3200400"/>
                <a:gd name="csY41" fmla="*/ 1255362 h 1549830"/>
                <a:gd name="csX42" fmla="*/ 2805193 w 3200400"/>
                <a:gd name="csY42" fmla="*/ 1208867 h 1549830"/>
                <a:gd name="csX43" fmla="*/ 2890434 w 3200400"/>
                <a:gd name="csY43" fmla="*/ 1216617 h 1549830"/>
                <a:gd name="csX44" fmla="*/ 2944678 w 3200400"/>
                <a:gd name="csY44" fmla="*/ 1224366 h 1549830"/>
                <a:gd name="csX45" fmla="*/ 2998922 w 3200400"/>
                <a:gd name="csY45" fmla="*/ 1216617 h 1549830"/>
                <a:gd name="csX46" fmla="*/ 3068664 w 3200400"/>
                <a:gd name="csY46" fmla="*/ 1193369 h 1549830"/>
                <a:gd name="csX47" fmla="*/ 3091912 w 3200400"/>
                <a:gd name="csY47" fmla="*/ 1177871 h 1549830"/>
                <a:gd name="csX48" fmla="*/ 3122908 w 3200400"/>
                <a:gd name="csY48" fmla="*/ 1162373 h 1549830"/>
                <a:gd name="csX49" fmla="*/ 3153905 w 3200400"/>
                <a:gd name="csY49" fmla="*/ 1139125 h 1549830"/>
                <a:gd name="csX50" fmla="*/ 3200400 w 3200400"/>
                <a:gd name="csY50" fmla="*/ 1092630 h 1549830"/>
                <a:gd name="csX51" fmla="*/ 3161654 w 3200400"/>
                <a:gd name="csY51" fmla="*/ 1084881 h 1549830"/>
                <a:gd name="csX52" fmla="*/ 3076414 w 3200400"/>
                <a:gd name="csY52" fmla="*/ 1061634 h 1549830"/>
                <a:gd name="csX53" fmla="*/ 2944678 w 3200400"/>
                <a:gd name="csY53" fmla="*/ 976393 h 1549830"/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875654 w 3200400"/>
                <a:gd name="csY14" fmla="*/ 77491 h 1549830"/>
                <a:gd name="csX15" fmla="*/ 503695 w 3200400"/>
                <a:gd name="csY15" fmla="*/ 224725 h 1549830"/>
                <a:gd name="csX16" fmla="*/ 302217 w 3200400"/>
                <a:gd name="csY16" fmla="*/ 340962 h 1549830"/>
                <a:gd name="csX17" fmla="*/ 216976 w 3200400"/>
                <a:gd name="csY17" fmla="*/ 402956 h 1549830"/>
                <a:gd name="csX18" fmla="*/ 162732 w 3200400"/>
                <a:gd name="csY18" fmla="*/ 457200 h 1549830"/>
                <a:gd name="csX19" fmla="*/ 92990 w 3200400"/>
                <a:gd name="csY19" fmla="*/ 519193 h 1549830"/>
                <a:gd name="csX20" fmla="*/ 61993 w 3200400"/>
                <a:gd name="csY20" fmla="*/ 581186 h 1549830"/>
                <a:gd name="csX21" fmla="*/ 0 w 3200400"/>
                <a:gd name="csY21" fmla="*/ 705173 h 1549830"/>
                <a:gd name="csX22" fmla="*/ 23247 w 3200400"/>
                <a:gd name="csY22" fmla="*/ 937647 h 1549830"/>
                <a:gd name="csX23" fmla="*/ 77492 w 3200400"/>
                <a:gd name="csY23" fmla="*/ 1069383 h 1549830"/>
                <a:gd name="csX24" fmla="*/ 100739 w 3200400"/>
                <a:gd name="csY24" fmla="*/ 1123627 h 1549830"/>
                <a:gd name="csX25" fmla="*/ 185980 w 3200400"/>
                <a:gd name="csY25" fmla="*/ 1239864 h 1549830"/>
                <a:gd name="csX26" fmla="*/ 325464 w 3200400"/>
                <a:gd name="csY26" fmla="*/ 1356101 h 1549830"/>
                <a:gd name="csX27" fmla="*/ 550190 w 3200400"/>
                <a:gd name="csY27" fmla="*/ 1456840 h 1549830"/>
                <a:gd name="csX28" fmla="*/ 813661 w 3200400"/>
                <a:gd name="csY28" fmla="*/ 1511084 h 1549830"/>
                <a:gd name="csX29" fmla="*/ 953146 w 3200400"/>
                <a:gd name="csY29" fmla="*/ 1534332 h 1549830"/>
                <a:gd name="csX30" fmla="*/ 1232115 w 3200400"/>
                <a:gd name="csY30" fmla="*/ 1549830 h 1549830"/>
                <a:gd name="csX31" fmla="*/ 1821051 w 3200400"/>
                <a:gd name="csY31" fmla="*/ 1534332 h 1549830"/>
                <a:gd name="csX32" fmla="*/ 1937288 w 3200400"/>
                <a:gd name="csY32" fmla="*/ 1518834 h 1549830"/>
                <a:gd name="csX33" fmla="*/ 2138766 w 3200400"/>
                <a:gd name="csY33" fmla="*/ 1487837 h 1549830"/>
                <a:gd name="csX34" fmla="*/ 2231756 w 3200400"/>
                <a:gd name="csY34" fmla="*/ 1480088 h 1549830"/>
                <a:gd name="csX35" fmla="*/ 2386739 w 3200400"/>
                <a:gd name="csY35" fmla="*/ 1425844 h 1549830"/>
                <a:gd name="csX36" fmla="*/ 2479729 w 3200400"/>
                <a:gd name="csY36" fmla="*/ 1394847 h 1549830"/>
                <a:gd name="csX37" fmla="*/ 2510725 w 3200400"/>
                <a:gd name="csY37" fmla="*/ 1379349 h 1549830"/>
                <a:gd name="csX38" fmla="*/ 2657959 w 3200400"/>
                <a:gd name="csY38" fmla="*/ 1309606 h 1549830"/>
                <a:gd name="csX39" fmla="*/ 2688956 w 3200400"/>
                <a:gd name="csY39" fmla="*/ 1294108 h 1549830"/>
                <a:gd name="csX40" fmla="*/ 2750949 w 3200400"/>
                <a:gd name="csY40" fmla="*/ 1255362 h 1549830"/>
                <a:gd name="csX41" fmla="*/ 2805193 w 3200400"/>
                <a:gd name="csY41" fmla="*/ 1208867 h 1549830"/>
                <a:gd name="csX42" fmla="*/ 2890434 w 3200400"/>
                <a:gd name="csY42" fmla="*/ 1216617 h 1549830"/>
                <a:gd name="csX43" fmla="*/ 2944678 w 3200400"/>
                <a:gd name="csY43" fmla="*/ 1224366 h 1549830"/>
                <a:gd name="csX44" fmla="*/ 2998922 w 3200400"/>
                <a:gd name="csY44" fmla="*/ 1216617 h 1549830"/>
                <a:gd name="csX45" fmla="*/ 3068664 w 3200400"/>
                <a:gd name="csY45" fmla="*/ 1193369 h 1549830"/>
                <a:gd name="csX46" fmla="*/ 3091912 w 3200400"/>
                <a:gd name="csY46" fmla="*/ 1177871 h 1549830"/>
                <a:gd name="csX47" fmla="*/ 3122908 w 3200400"/>
                <a:gd name="csY47" fmla="*/ 1162373 h 1549830"/>
                <a:gd name="csX48" fmla="*/ 3153905 w 3200400"/>
                <a:gd name="csY48" fmla="*/ 1139125 h 1549830"/>
                <a:gd name="csX49" fmla="*/ 3200400 w 3200400"/>
                <a:gd name="csY49" fmla="*/ 1092630 h 1549830"/>
                <a:gd name="csX50" fmla="*/ 3161654 w 3200400"/>
                <a:gd name="csY50" fmla="*/ 1084881 h 1549830"/>
                <a:gd name="csX51" fmla="*/ 3076414 w 3200400"/>
                <a:gd name="csY51" fmla="*/ 1061634 h 1549830"/>
                <a:gd name="csX52" fmla="*/ 2944678 w 3200400"/>
                <a:gd name="csY52" fmla="*/ 976393 h 1549830"/>
                <a:gd name="csX0" fmla="*/ 2944678 w 3200400"/>
                <a:gd name="csY0" fmla="*/ 976393 h 1549830"/>
                <a:gd name="csX1" fmla="*/ 2944678 w 3200400"/>
                <a:gd name="csY1" fmla="*/ 976393 h 1549830"/>
                <a:gd name="csX2" fmla="*/ 2991173 w 3200400"/>
                <a:gd name="csY2" fmla="*/ 697423 h 1549830"/>
                <a:gd name="csX3" fmla="*/ 2975675 w 3200400"/>
                <a:gd name="csY3" fmla="*/ 650928 h 1549830"/>
                <a:gd name="csX4" fmla="*/ 2867186 w 3200400"/>
                <a:gd name="csY4" fmla="*/ 449451 h 1549830"/>
                <a:gd name="csX5" fmla="*/ 2828441 w 3200400"/>
                <a:gd name="csY5" fmla="*/ 395206 h 1549830"/>
                <a:gd name="csX6" fmla="*/ 2766447 w 3200400"/>
                <a:gd name="csY6" fmla="*/ 333213 h 1549830"/>
                <a:gd name="csX7" fmla="*/ 2518475 w 3200400"/>
                <a:gd name="csY7" fmla="*/ 162732 h 1549830"/>
                <a:gd name="csX8" fmla="*/ 2355742 w 3200400"/>
                <a:gd name="csY8" fmla="*/ 108488 h 1549830"/>
                <a:gd name="csX9" fmla="*/ 2200759 w 3200400"/>
                <a:gd name="csY9" fmla="*/ 54244 h 1549830"/>
                <a:gd name="csX10" fmla="*/ 2007031 w 3200400"/>
                <a:gd name="csY10" fmla="*/ 30996 h 1549830"/>
                <a:gd name="csX11" fmla="*/ 1898542 w 3200400"/>
                <a:gd name="csY11" fmla="*/ 15498 h 1549830"/>
                <a:gd name="csX12" fmla="*/ 1394847 w 3200400"/>
                <a:gd name="csY12" fmla="*/ 0 h 1549830"/>
                <a:gd name="csX13" fmla="*/ 1139125 w 3200400"/>
                <a:gd name="csY13" fmla="*/ 15498 h 1549830"/>
                <a:gd name="csX14" fmla="*/ 875654 w 3200400"/>
                <a:gd name="csY14" fmla="*/ 77491 h 1549830"/>
                <a:gd name="csX15" fmla="*/ 503695 w 3200400"/>
                <a:gd name="csY15" fmla="*/ 224725 h 1549830"/>
                <a:gd name="csX16" fmla="*/ 302217 w 3200400"/>
                <a:gd name="csY16" fmla="*/ 340962 h 1549830"/>
                <a:gd name="csX17" fmla="*/ 216976 w 3200400"/>
                <a:gd name="csY17" fmla="*/ 402956 h 1549830"/>
                <a:gd name="csX18" fmla="*/ 162732 w 3200400"/>
                <a:gd name="csY18" fmla="*/ 457200 h 1549830"/>
                <a:gd name="csX19" fmla="*/ 92990 w 3200400"/>
                <a:gd name="csY19" fmla="*/ 519193 h 1549830"/>
                <a:gd name="csX20" fmla="*/ 0 w 3200400"/>
                <a:gd name="csY20" fmla="*/ 705173 h 1549830"/>
                <a:gd name="csX21" fmla="*/ 23247 w 3200400"/>
                <a:gd name="csY21" fmla="*/ 937647 h 1549830"/>
                <a:gd name="csX22" fmla="*/ 77492 w 3200400"/>
                <a:gd name="csY22" fmla="*/ 1069383 h 1549830"/>
                <a:gd name="csX23" fmla="*/ 100739 w 3200400"/>
                <a:gd name="csY23" fmla="*/ 1123627 h 1549830"/>
                <a:gd name="csX24" fmla="*/ 185980 w 3200400"/>
                <a:gd name="csY24" fmla="*/ 1239864 h 1549830"/>
                <a:gd name="csX25" fmla="*/ 325464 w 3200400"/>
                <a:gd name="csY25" fmla="*/ 1356101 h 1549830"/>
                <a:gd name="csX26" fmla="*/ 550190 w 3200400"/>
                <a:gd name="csY26" fmla="*/ 1456840 h 1549830"/>
                <a:gd name="csX27" fmla="*/ 813661 w 3200400"/>
                <a:gd name="csY27" fmla="*/ 1511084 h 1549830"/>
                <a:gd name="csX28" fmla="*/ 953146 w 3200400"/>
                <a:gd name="csY28" fmla="*/ 1534332 h 1549830"/>
                <a:gd name="csX29" fmla="*/ 1232115 w 3200400"/>
                <a:gd name="csY29" fmla="*/ 1549830 h 1549830"/>
                <a:gd name="csX30" fmla="*/ 1821051 w 3200400"/>
                <a:gd name="csY30" fmla="*/ 1534332 h 1549830"/>
                <a:gd name="csX31" fmla="*/ 1937288 w 3200400"/>
                <a:gd name="csY31" fmla="*/ 1518834 h 1549830"/>
                <a:gd name="csX32" fmla="*/ 2138766 w 3200400"/>
                <a:gd name="csY32" fmla="*/ 1487837 h 1549830"/>
                <a:gd name="csX33" fmla="*/ 2231756 w 3200400"/>
                <a:gd name="csY33" fmla="*/ 1480088 h 1549830"/>
                <a:gd name="csX34" fmla="*/ 2386739 w 3200400"/>
                <a:gd name="csY34" fmla="*/ 1425844 h 1549830"/>
                <a:gd name="csX35" fmla="*/ 2479729 w 3200400"/>
                <a:gd name="csY35" fmla="*/ 1394847 h 1549830"/>
                <a:gd name="csX36" fmla="*/ 2510725 w 3200400"/>
                <a:gd name="csY36" fmla="*/ 1379349 h 1549830"/>
                <a:gd name="csX37" fmla="*/ 2657959 w 3200400"/>
                <a:gd name="csY37" fmla="*/ 1309606 h 1549830"/>
                <a:gd name="csX38" fmla="*/ 2688956 w 3200400"/>
                <a:gd name="csY38" fmla="*/ 1294108 h 1549830"/>
                <a:gd name="csX39" fmla="*/ 2750949 w 3200400"/>
                <a:gd name="csY39" fmla="*/ 1255362 h 1549830"/>
                <a:gd name="csX40" fmla="*/ 2805193 w 3200400"/>
                <a:gd name="csY40" fmla="*/ 1208867 h 1549830"/>
                <a:gd name="csX41" fmla="*/ 2890434 w 3200400"/>
                <a:gd name="csY41" fmla="*/ 1216617 h 1549830"/>
                <a:gd name="csX42" fmla="*/ 2944678 w 3200400"/>
                <a:gd name="csY42" fmla="*/ 1224366 h 1549830"/>
                <a:gd name="csX43" fmla="*/ 2998922 w 3200400"/>
                <a:gd name="csY43" fmla="*/ 1216617 h 1549830"/>
                <a:gd name="csX44" fmla="*/ 3068664 w 3200400"/>
                <a:gd name="csY44" fmla="*/ 1193369 h 1549830"/>
                <a:gd name="csX45" fmla="*/ 3091912 w 3200400"/>
                <a:gd name="csY45" fmla="*/ 1177871 h 1549830"/>
                <a:gd name="csX46" fmla="*/ 3122908 w 3200400"/>
                <a:gd name="csY46" fmla="*/ 1162373 h 1549830"/>
                <a:gd name="csX47" fmla="*/ 3153905 w 3200400"/>
                <a:gd name="csY47" fmla="*/ 1139125 h 1549830"/>
                <a:gd name="csX48" fmla="*/ 3200400 w 3200400"/>
                <a:gd name="csY48" fmla="*/ 1092630 h 1549830"/>
                <a:gd name="csX49" fmla="*/ 3161654 w 3200400"/>
                <a:gd name="csY49" fmla="*/ 1084881 h 1549830"/>
                <a:gd name="csX50" fmla="*/ 3076414 w 3200400"/>
                <a:gd name="csY50" fmla="*/ 1061634 h 1549830"/>
                <a:gd name="csX51" fmla="*/ 2944678 w 3200400"/>
                <a:gd name="csY51" fmla="*/ 976393 h 1549830"/>
                <a:gd name="csX0" fmla="*/ 2955959 w 3211681"/>
                <a:gd name="csY0" fmla="*/ 976393 h 1549830"/>
                <a:gd name="csX1" fmla="*/ 2955959 w 3211681"/>
                <a:gd name="csY1" fmla="*/ 976393 h 1549830"/>
                <a:gd name="csX2" fmla="*/ 3002454 w 3211681"/>
                <a:gd name="csY2" fmla="*/ 697423 h 1549830"/>
                <a:gd name="csX3" fmla="*/ 2986956 w 3211681"/>
                <a:gd name="csY3" fmla="*/ 650928 h 1549830"/>
                <a:gd name="csX4" fmla="*/ 2878467 w 3211681"/>
                <a:gd name="csY4" fmla="*/ 449451 h 1549830"/>
                <a:gd name="csX5" fmla="*/ 2839722 w 3211681"/>
                <a:gd name="csY5" fmla="*/ 395206 h 1549830"/>
                <a:gd name="csX6" fmla="*/ 2777728 w 3211681"/>
                <a:gd name="csY6" fmla="*/ 333213 h 1549830"/>
                <a:gd name="csX7" fmla="*/ 2529756 w 3211681"/>
                <a:gd name="csY7" fmla="*/ 162732 h 1549830"/>
                <a:gd name="csX8" fmla="*/ 2367023 w 3211681"/>
                <a:gd name="csY8" fmla="*/ 108488 h 1549830"/>
                <a:gd name="csX9" fmla="*/ 2212040 w 3211681"/>
                <a:gd name="csY9" fmla="*/ 54244 h 1549830"/>
                <a:gd name="csX10" fmla="*/ 2018312 w 3211681"/>
                <a:gd name="csY10" fmla="*/ 30996 h 1549830"/>
                <a:gd name="csX11" fmla="*/ 1909823 w 3211681"/>
                <a:gd name="csY11" fmla="*/ 15498 h 1549830"/>
                <a:gd name="csX12" fmla="*/ 1406128 w 3211681"/>
                <a:gd name="csY12" fmla="*/ 0 h 1549830"/>
                <a:gd name="csX13" fmla="*/ 1150406 w 3211681"/>
                <a:gd name="csY13" fmla="*/ 15498 h 1549830"/>
                <a:gd name="csX14" fmla="*/ 886935 w 3211681"/>
                <a:gd name="csY14" fmla="*/ 77491 h 1549830"/>
                <a:gd name="csX15" fmla="*/ 514976 w 3211681"/>
                <a:gd name="csY15" fmla="*/ 224725 h 1549830"/>
                <a:gd name="csX16" fmla="*/ 313498 w 3211681"/>
                <a:gd name="csY16" fmla="*/ 340962 h 1549830"/>
                <a:gd name="csX17" fmla="*/ 228257 w 3211681"/>
                <a:gd name="csY17" fmla="*/ 402956 h 1549830"/>
                <a:gd name="csX18" fmla="*/ 174013 w 3211681"/>
                <a:gd name="csY18" fmla="*/ 457200 h 1549830"/>
                <a:gd name="csX19" fmla="*/ 104271 w 3211681"/>
                <a:gd name="csY19" fmla="*/ 519193 h 1549830"/>
                <a:gd name="csX20" fmla="*/ 11281 w 3211681"/>
                <a:gd name="csY20" fmla="*/ 705173 h 1549830"/>
                <a:gd name="csX21" fmla="*/ 34528 w 3211681"/>
                <a:gd name="csY21" fmla="*/ 937647 h 1549830"/>
                <a:gd name="csX22" fmla="*/ 88773 w 3211681"/>
                <a:gd name="csY22" fmla="*/ 1069383 h 1549830"/>
                <a:gd name="csX23" fmla="*/ 112020 w 3211681"/>
                <a:gd name="csY23" fmla="*/ 1123627 h 1549830"/>
                <a:gd name="csX24" fmla="*/ 197261 w 3211681"/>
                <a:gd name="csY24" fmla="*/ 1239864 h 1549830"/>
                <a:gd name="csX25" fmla="*/ 336745 w 3211681"/>
                <a:gd name="csY25" fmla="*/ 1356101 h 1549830"/>
                <a:gd name="csX26" fmla="*/ 561471 w 3211681"/>
                <a:gd name="csY26" fmla="*/ 1456840 h 1549830"/>
                <a:gd name="csX27" fmla="*/ 824942 w 3211681"/>
                <a:gd name="csY27" fmla="*/ 1511084 h 1549830"/>
                <a:gd name="csX28" fmla="*/ 964427 w 3211681"/>
                <a:gd name="csY28" fmla="*/ 1534332 h 1549830"/>
                <a:gd name="csX29" fmla="*/ 1243396 w 3211681"/>
                <a:gd name="csY29" fmla="*/ 1549830 h 1549830"/>
                <a:gd name="csX30" fmla="*/ 1832332 w 3211681"/>
                <a:gd name="csY30" fmla="*/ 1534332 h 1549830"/>
                <a:gd name="csX31" fmla="*/ 1948569 w 3211681"/>
                <a:gd name="csY31" fmla="*/ 1518834 h 1549830"/>
                <a:gd name="csX32" fmla="*/ 2150047 w 3211681"/>
                <a:gd name="csY32" fmla="*/ 1487837 h 1549830"/>
                <a:gd name="csX33" fmla="*/ 2243037 w 3211681"/>
                <a:gd name="csY33" fmla="*/ 1480088 h 1549830"/>
                <a:gd name="csX34" fmla="*/ 2398020 w 3211681"/>
                <a:gd name="csY34" fmla="*/ 1425844 h 1549830"/>
                <a:gd name="csX35" fmla="*/ 2491010 w 3211681"/>
                <a:gd name="csY35" fmla="*/ 1394847 h 1549830"/>
                <a:gd name="csX36" fmla="*/ 2522006 w 3211681"/>
                <a:gd name="csY36" fmla="*/ 1379349 h 1549830"/>
                <a:gd name="csX37" fmla="*/ 2669240 w 3211681"/>
                <a:gd name="csY37" fmla="*/ 1309606 h 1549830"/>
                <a:gd name="csX38" fmla="*/ 2700237 w 3211681"/>
                <a:gd name="csY38" fmla="*/ 1294108 h 1549830"/>
                <a:gd name="csX39" fmla="*/ 2762230 w 3211681"/>
                <a:gd name="csY39" fmla="*/ 1255362 h 1549830"/>
                <a:gd name="csX40" fmla="*/ 2816474 w 3211681"/>
                <a:gd name="csY40" fmla="*/ 1208867 h 1549830"/>
                <a:gd name="csX41" fmla="*/ 2901715 w 3211681"/>
                <a:gd name="csY41" fmla="*/ 1216617 h 1549830"/>
                <a:gd name="csX42" fmla="*/ 2955959 w 3211681"/>
                <a:gd name="csY42" fmla="*/ 1224366 h 1549830"/>
                <a:gd name="csX43" fmla="*/ 3010203 w 3211681"/>
                <a:gd name="csY43" fmla="*/ 1216617 h 1549830"/>
                <a:gd name="csX44" fmla="*/ 3079945 w 3211681"/>
                <a:gd name="csY44" fmla="*/ 1193369 h 1549830"/>
                <a:gd name="csX45" fmla="*/ 3103193 w 3211681"/>
                <a:gd name="csY45" fmla="*/ 1177871 h 1549830"/>
                <a:gd name="csX46" fmla="*/ 3134189 w 3211681"/>
                <a:gd name="csY46" fmla="*/ 1162373 h 1549830"/>
                <a:gd name="csX47" fmla="*/ 3165186 w 3211681"/>
                <a:gd name="csY47" fmla="*/ 1139125 h 1549830"/>
                <a:gd name="csX48" fmla="*/ 3211681 w 3211681"/>
                <a:gd name="csY48" fmla="*/ 1092630 h 1549830"/>
                <a:gd name="csX49" fmla="*/ 3172935 w 3211681"/>
                <a:gd name="csY49" fmla="*/ 1084881 h 1549830"/>
                <a:gd name="csX50" fmla="*/ 3087695 w 3211681"/>
                <a:gd name="csY50" fmla="*/ 1061634 h 1549830"/>
                <a:gd name="csX51" fmla="*/ 2955959 w 3211681"/>
                <a:gd name="csY51" fmla="*/ 976393 h 1549830"/>
                <a:gd name="csX0" fmla="*/ 2949334 w 3205056"/>
                <a:gd name="csY0" fmla="*/ 976393 h 1549830"/>
                <a:gd name="csX1" fmla="*/ 2949334 w 3205056"/>
                <a:gd name="csY1" fmla="*/ 976393 h 1549830"/>
                <a:gd name="csX2" fmla="*/ 2995829 w 3205056"/>
                <a:gd name="csY2" fmla="*/ 697423 h 1549830"/>
                <a:gd name="csX3" fmla="*/ 2980331 w 3205056"/>
                <a:gd name="csY3" fmla="*/ 650928 h 1549830"/>
                <a:gd name="csX4" fmla="*/ 2871842 w 3205056"/>
                <a:gd name="csY4" fmla="*/ 449451 h 1549830"/>
                <a:gd name="csX5" fmla="*/ 2833097 w 3205056"/>
                <a:gd name="csY5" fmla="*/ 395206 h 1549830"/>
                <a:gd name="csX6" fmla="*/ 2771103 w 3205056"/>
                <a:gd name="csY6" fmla="*/ 333213 h 1549830"/>
                <a:gd name="csX7" fmla="*/ 2523131 w 3205056"/>
                <a:gd name="csY7" fmla="*/ 162732 h 1549830"/>
                <a:gd name="csX8" fmla="*/ 2360398 w 3205056"/>
                <a:gd name="csY8" fmla="*/ 108488 h 1549830"/>
                <a:gd name="csX9" fmla="*/ 2205415 w 3205056"/>
                <a:gd name="csY9" fmla="*/ 54244 h 1549830"/>
                <a:gd name="csX10" fmla="*/ 2011687 w 3205056"/>
                <a:gd name="csY10" fmla="*/ 30996 h 1549830"/>
                <a:gd name="csX11" fmla="*/ 1903198 w 3205056"/>
                <a:gd name="csY11" fmla="*/ 15498 h 1549830"/>
                <a:gd name="csX12" fmla="*/ 1399503 w 3205056"/>
                <a:gd name="csY12" fmla="*/ 0 h 1549830"/>
                <a:gd name="csX13" fmla="*/ 1143781 w 3205056"/>
                <a:gd name="csY13" fmla="*/ 15498 h 1549830"/>
                <a:gd name="csX14" fmla="*/ 880310 w 3205056"/>
                <a:gd name="csY14" fmla="*/ 77491 h 1549830"/>
                <a:gd name="csX15" fmla="*/ 508351 w 3205056"/>
                <a:gd name="csY15" fmla="*/ 224725 h 1549830"/>
                <a:gd name="csX16" fmla="*/ 306873 w 3205056"/>
                <a:gd name="csY16" fmla="*/ 340962 h 1549830"/>
                <a:gd name="csX17" fmla="*/ 221632 w 3205056"/>
                <a:gd name="csY17" fmla="*/ 402956 h 1549830"/>
                <a:gd name="csX18" fmla="*/ 167388 w 3205056"/>
                <a:gd name="csY18" fmla="*/ 457200 h 1549830"/>
                <a:gd name="csX19" fmla="*/ 97646 w 3205056"/>
                <a:gd name="csY19" fmla="*/ 519193 h 1549830"/>
                <a:gd name="csX20" fmla="*/ 4656 w 3205056"/>
                <a:gd name="csY20" fmla="*/ 705173 h 1549830"/>
                <a:gd name="csX21" fmla="*/ 27903 w 3205056"/>
                <a:gd name="csY21" fmla="*/ 937647 h 1549830"/>
                <a:gd name="csX22" fmla="*/ 82148 w 3205056"/>
                <a:gd name="csY22" fmla="*/ 1069383 h 1549830"/>
                <a:gd name="csX23" fmla="*/ 105395 w 3205056"/>
                <a:gd name="csY23" fmla="*/ 1123627 h 1549830"/>
                <a:gd name="csX24" fmla="*/ 190636 w 3205056"/>
                <a:gd name="csY24" fmla="*/ 1239864 h 1549830"/>
                <a:gd name="csX25" fmla="*/ 330120 w 3205056"/>
                <a:gd name="csY25" fmla="*/ 1356101 h 1549830"/>
                <a:gd name="csX26" fmla="*/ 554846 w 3205056"/>
                <a:gd name="csY26" fmla="*/ 1456840 h 1549830"/>
                <a:gd name="csX27" fmla="*/ 818317 w 3205056"/>
                <a:gd name="csY27" fmla="*/ 1511084 h 1549830"/>
                <a:gd name="csX28" fmla="*/ 957802 w 3205056"/>
                <a:gd name="csY28" fmla="*/ 1534332 h 1549830"/>
                <a:gd name="csX29" fmla="*/ 1236771 w 3205056"/>
                <a:gd name="csY29" fmla="*/ 1549830 h 1549830"/>
                <a:gd name="csX30" fmla="*/ 1825707 w 3205056"/>
                <a:gd name="csY30" fmla="*/ 1534332 h 1549830"/>
                <a:gd name="csX31" fmla="*/ 1941944 w 3205056"/>
                <a:gd name="csY31" fmla="*/ 1518834 h 1549830"/>
                <a:gd name="csX32" fmla="*/ 2143422 w 3205056"/>
                <a:gd name="csY32" fmla="*/ 1487837 h 1549830"/>
                <a:gd name="csX33" fmla="*/ 2236412 w 3205056"/>
                <a:gd name="csY33" fmla="*/ 1480088 h 1549830"/>
                <a:gd name="csX34" fmla="*/ 2391395 w 3205056"/>
                <a:gd name="csY34" fmla="*/ 1425844 h 1549830"/>
                <a:gd name="csX35" fmla="*/ 2484385 w 3205056"/>
                <a:gd name="csY35" fmla="*/ 1394847 h 1549830"/>
                <a:gd name="csX36" fmla="*/ 2515381 w 3205056"/>
                <a:gd name="csY36" fmla="*/ 1379349 h 1549830"/>
                <a:gd name="csX37" fmla="*/ 2662615 w 3205056"/>
                <a:gd name="csY37" fmla="*/ 1309606 h 1549830"/>
                <a:gd name="csX38" fmla="*/ 2693612 w 3205056"/>
                <a:gd name="csY38" fmla="*/ 1294108 h 1549830"/>
                <a:gd name="csX39" fmla="*/ 2755605 w 3205056"/>
                <a:gd name="csY39" fmla="*/ 1255362 h 1549830"/>
                <a:gd name="csX40" fmla="*/ 2809849 w 3205056"/>
                <a:gd name="csY40" fmla="*/ 1208867 h 1549830"/>
                <a:gd name="csX41" fmla="*/ 2895090 w 3205056"/>
                <a:gd name="csY41" fmla="*/ 1216617 h 1549830"/>
                <a:gd name="csX42" fmla="*/ 2949334 w 3205056"/>
                <a:gd name="csY42" fmla="*/ 1224366 h 1549830"/>
                <a:gd name="csX43" fmla="*/ 3003578 w 3205056"/>
                <a:gd name="csY43" fmla="*/ 1216617 h 1549830"/>
                <a:gd name="csX44" fmla="*/ 3073320 w 3205056"/>
                <a:gd name="csY44" fmla="*/ 1193369 h 1549830"/>
                <a:gd name="csX45" fmla="*/ 3096568 w 3205056"/>
                <a:gd name="csY45" fmla="*/ 1177871 h 1549830"/>
                <a:gd name="csX46" fmla="*/ 3127564 w 3205056"/>
                <a:gd name="csY46" fmla="*/ 1162373 h 1549830"/>
                <a:gd name="csX47" fmla="*/ 3158561 w 3205056"/>
                <a:gd name="csY47" fmla="*/ 1139125 h 1549830"/>
                <a:gd name="csX48" fmla="*/ 3205056 w 3205056"/>
                <a:gd name="csY48" fmla="*/ 1092630 h 1549830"/>
                <a:gd name="csX49" fmla="*/ 3166310 w 3205056"/>
                <a:gd name="csY49" fmla="*/ 1084881 h 1549830"/>
                <a:gd name="csX50" fmla="*/ 3081070 w 3205056"/>
                <a:gd name="csY50" fmla="*/ 1061634 h 1549830"/>
                <a:gd name="csX51" fmla="*/ 2949334 w 3205056"/>
                <a:gd name="csY51" fmla="*/ 976393 h 1549830"/>
                <a:gd name="csX0" fmla="*/ 2949334 w 3205056"/>
                <a:gd name="csY0" fmla="*/ 976393 h 1549830"/>
                <a:gd name="csX1" fmla="*/ 2949334 w 3205056"/>
                <a:gd name="csY1" fmla="*/ 976393 h 1549830"/>
                <a:gd name="csX2" fmla="*/ 2995829 w 3205056"/>
                <a:gd name="csY2" fmla="*/ 697423 h 1549830"/>
                <a:gd name="csX3" fmla="*/ 2980331 w 3205056"/>
                <a:gd name="csY3" fmla="*/ 650928 h 1549830"/>
                <a:gd name="csX4" fmla="*/ 2871842 w 3205056"/>
                <a:gd name="csY4" fmla="*/ 449451 h 1549830"/>
                <a:gd name="csX5" fmla="*/ 2833097 w 3205056"/>
                <a:gd name="csY5" fmla="*/ 395206 h 1549830"/>
                <a:gd name="csX6" fmla="*/ 2771103 w 3205056"/>
                <a:gd name="csY6" fmla="*/ 333213 h 1549830"/>
                <a:gd name="csX7" fmla="*/ 2523131 w 3205056"/>
                <a:gd name="csY7" fmla="*/ 162732 h 1549830"/>
                <a:gd name="csX8" fmla="*/ 2360398 w 3205056"/>
                <a:gd name="csY8" fmla="*/ 108488 h 1549830"/>
                <a:gd name="csX9" fmla="*/ 2205415 w 3205056"/>
                <a:gd name="csY9" fmla="*/ 54244 h 1549830"/>
                <a:gd name="csX10" fmla="*/ 2011687 w 3205056"/>
                <a:gd name="csY10" fmla="*/ 30996 h 1549830"/>
                <a:gd name="csX11" fmla="*/ 1903198 w 3205056"/>
                <a:gd name="csY11" fmla="*/ 15498 h 1549830"/>
                <a:gd name="csX12" fmla="*/ 1399503 w 3205056"/>
                <a:gd name="csY12" fmla="*/ 0 h 1549830"/>
                <a:gd name="csX13" fmla="*/ 1143781 w 3205056"/>
                <a:gd name="csY13" fmla="*/ 15498 h 1549830"/>
                <a:gd name="csX14" fmla="*/ 880310 w 3205056"/>
                <a:gd name="csY14" fmla="*/ 77491 h 1549830"/>
                <a:gd name="csX15" fmla="*/ 508351 w 3205056"/>
                <a:gd name="csY15" fmla="*/ 224725 h 1549830"/>
                <a:gd name="csX16" fmla="*/ 306873 w 3205056"/>
                <a:gd name="csY16" fmla="*/ 340962 h 1549830"/>
                <a:gd name="csX17" fmla="*/ 221632 w 3205056"/>
                <a:gd name="csY17" fmla="*/ 402956 h 1549830"/>
                <a:gd name="csX18" fmla="*/ 97646 w 3205056"/>
                <a:gd name="csY18" fmla="*/ 519193 h 1549830"/>
                <a:gd name="csX19" fmla="*/ 4656 w 3205056"/>
                <a:gd name="csY19" fmla="*/ 705173 h 1549830"/>
                <a:gd name="csX20" fmla="*/ 27903 w 3205056"/>
                <a:gd name="csY20" fmla="*/ 937647 h 1549830"/>
                <a:gd name="csX21" fmla="*/ 82148 w 3205056"/>
                <a:gd name="csY21" fmla="*/ 1069383 h 1549830"/>
                <a:gd name="csX22" fmla="*/ 105395 w 3205056"/>
                <a:gd name="csY22" fmla="*/ 1123627 h 1549830"/>
                <a:gd name="csX23" fmla="*/ 190636 w 3205056"/>
                <a:gd name="csY23" fmla="*/ 1239864 h 1549830"/>
                <a:gd name="csX24" fmla="*/ 330120 w 3205056"/>
                <a:gd name="csY24" fmla="*/ 1356101 h 1549830"/>
                <a:gd name="csX25" fmla="*/ 554846 w 3205056"/>
                <a:gd name="csY25" fmla="*/ 1456840 h 1549830"/>
                <a:gd name="csX26" fmla="*/ 818317 w 3205056"/>
                <a:gd name="csY26" fmla="*/ 1511084 h 1549830"/>
                <a:gd name="csX27" fmla="*/ 957802 w 3205056"/>
                <a:gd name="csY27" fmla="*/ 1534332 h 1549830"/>
                <a:gd name="csX28" fmla="*/ 1236771 w 3205056"/>
                <a:gd name="csY28" fmla="*/ 1549830 h 1549830"/>
                <a:gd name="csX29" fmla="*/ 1825707 w 3205056"/>
                <a:gd name="csY29" fmla="*/ 1534332 h 1549830"/>
                <a:gd name="csX30" fmla="*/ 1941944 w 3205056"/>
                <a:gd name="csY30" fmla="*/ 1518834 h 1549830"/>
                <a:gd name="csX31" fmla="*/ 2143422 w 3205056"/>
                <a:gd name="csY31" fmla="*/ 1487837 h 1549830"/>
                <a:gd name="csX32" fmla="*/ 2236412 w 3205056"/>
                <a:gd name="csY32" fmla="*/ 1480088 h 1549830"/>
                <a:gd name="csX33" fmla="*/ 2391395 w 3205056"/>
                <a:gd name="csY33" fmla="*/ 1425844 h 1549830"/>
                <a:gd name="csX34" fmla="*/ 2484385 w 3205056"/>
                <a:gd name="csY34" fmla="*/ 1394847 h 1549830"/>
                <a:gd name="csX35" fmla="*/ 2515381 w 3205056"/>
                <a:gd name="csY35" fmla="*/ 1379349 h 1549830"/>
                <a:gd name="csX36" fmla="*/ 2662615 w 3205056"/>
                <a:gd name="csY36" fmla="*/ 1309606 h 1549830"/>
                <a:gd name="csX37" fmla="*/ 2693612 w 3205056"/>
                <a:gd name="csY37" fmla="*/ 1294108 h 1549830"/>
                <a:gd name="csX38" fmla="*/ 2755605 w 3205056"/>
                <a:gd name="csY38" fmla="*/ 1255362 h 1549830"/>
                <a:gd name="csX39" fmla="*/ 2809849 w 3205056"/>
                <a:gd name="csY39" fmla="*/ 1208867 h 1549830"/>
                <a:gd name="csX40" fmla="*/ 2895090 w 3205056"/>
                <a:gd name="csY40" fmla="*/ 1216617 h 1549830"/>
                <a:gd name="csX41" fmla="*/ 2949334 w 3205056"/>
                <a:gd name="csY41" fmla="*/ 1224366 h 1549830"/>
                <a:gd name="csX42" fmla="*/ 3003578 w 3205056"/>
                <a:gd name="csY42" fmla="*/ 1216617 h 1549830"/>
                <a:gd name="csX43" fmla="*/ 3073320 w 3205056"/>
                <a:gd name="csY43" fmla="*/ 1193369 h 1549830"/>
                <a:gd name="csX44" fmla="*/ 3096568 w 3205056"/>
                <a:gd name="csY44" fmla="*/ 1177871 h 1549830"/>
                <a:gd name="csX45" fmla="*/ 3127564 w 3205056"/>
                <a:gd name="csY45" fmla="*/ 1162373 h 1549830"/>
                <a:gd name="csX46" fmla="*/ 3158561 w 3205056"/>
                <a:gd name="csY46" fmla="*/ 1139125 h 1549830"/>
                <a:gd name="csX47" fmla="*/ 3205056 w 3205056"/>
                <a:gd name="csY47" fmla="*/ 1092630 h 1549830"/>
                <a:gd name="csX48" fmla="*/ 3166310 w 3205056"/>
                <a:gd name="csY48" fmla="*/ 1084881 h 1549830"/>
                <a:gd name="csX49" fmla="*/ 3081070 w 3205056"/>
                <a:gd name="csY49" fmla="*/ 1061634 h 1549830"/>
                <a:gd name="csX50" fmla="*/ 2949334 w 3205056"/>
                <a:gd name="csY50" fmla="*/ 976393 h 1549830"/>
                <a:gd name="csX0" fmla="*/ 2949334 w 3205056"/>
                <a:gd name="csY0" fmla="*/ 976393 h 1549830"/>
                <a:gd name="csX1" fmla="*/ 2949334 w 3205056"/>
                <a:gd name="csY1" fmla="*/ 976393 h 1549830"/>
                <a:gd name="csX2" fmla="*/ 2995829 w 3205056"/>
                <a:gd name="csY2" fmla="*/ 697423 h 1549830"/>
                <a:gd name="csX3" fmla="*/ 2980331 w 3205056"/>
                <a:gd name="csY3" fmla="*/ 650928 h 1549830"/>
                <a:gd name="csX4" fmla="*/ 2871842 w 3205056"/>
                <a:gd name="csY4" fmla="*/ 449451 h 1549830"/>
                <a:gd name="csX5" fmla="*/ 2833097 w 3205056"/>
                <a:gd name="csY5" fmla="*/ 395206 h 1549830"/>
                <a:gd name="csX6" fmla="*/ 2771103 w 3205056"/>
                <a:gd name="csY6" fmla="*/ 333213 h 1549830"/>
                <a:gd name="csX7" fmla="*/ 2523131 w 3205056"/>
                <a:gd name="csY7" fmla="*/ 162732 h 1549830"/>
                <a:gd name="csX8" fmla="*/ 2360398 w 3205056"/>
                <a:gd name="csY8" fmla="*/ 108488 h 1549830"/>
                <a:gd name="csX9" fmla="*/ 2205415 w 3205056"/>
                <a:gd name="csY9" fmla="*/ 54244 h 1549830"/>
                <a:gd name="csX10" fmla="*/ 2011687 w 3205056"/>
                <a:gd name="csY10" fmla="*/ 30996 h 1549830"/>
                <a:gd name="csX11" fmla="*/ 1903198 w 3205056"/>
                <a:gd name="csY11" fmla="*/ 15498 h 1549830"/>
                <a:gd name="csX12" fmla="*/ 1399503 w 3205056"/>
                <a:gd name="csY12" fmla="*/ 0 h 1549830"/>
                <a:gd name="csX13" fmla="*/ 1143781 w 3205056"/>
                <a:gd name="csY13" fmla="*/ 15498 h 1549830"/>
                <a:gd name="csX14" fmla="*/ 880310 w 3205056"/>
                <a:gd name="csY14" fmla="*/ 77491 h 1549830"/>
                <a:gd name="csX15" fmla="*/ 508351 w 3205056"/>
                <a:gd name="csY15" fmla="*/ 224725 h 1549830"/>
                <a:gd name="csX16" fmla="*/ 306873 w 3205056"/>
                <a:gd name="csY16" fmla="*/ 340962 h 1549830"/>
                <a:gd name="csX17" fmla="*/ 97646 w 3205056"/>
                <a:gd name="csY17" fmla="*/ 519193 h 1549830"/>
                <a:gd name="csX18" fmla="*/ 4656 w 3205056"/>
                <a:gd name="csY18" fmla="*/ 705173 h 1549830"/>
                <a:gd name="csX19" fmla="*/ 27903 w 3205056"/>
                <a:gd name="csY19" fmla="*/ 937647 h 1549830"/>
                <a:gd name="csX20" fmla="*/ 82148 w 3205056"/>
                <a:gd name="csY20" fmla="*/ 1069383 h 1549830"/>
                <a:gd name="csX21" fmla="*/ 105395 w 3205056"/>
                <a:gd name="csY21" fmla="*/ 1123627 h 1549830"/>
                <a:gd name="csX22" fmla="*/ 190636 w 3205056"/>
                <a:gd name="csY22" fmla="*/ 1239864 h 1549830"/>
                <a:gd name="csX23" fmla="*/ 330120 w 3205056"/>
                <a:gd name="csY23" fmla="*/ 1356101 h 1549830"/>
                <a:gd name="csX24" fmla="*/ 554846 w 3205056"/>
                <a:gd name="csY24" fmla="*/ 1456840 h 1549830"/>
                <a:gd name="csX25" fmla="*/ 818317 w 3205056"/>
                <a:gd name="csY25" fmla="*/ 1511084 h 1549830"/>
                <a:gd name="csX26" fmla="*/ 957802 w 3205056"/>
                <a:gd name="csY26" fmla="*/ 1534332 h 1549830"/>
                <a:gd name="csX27" fmla="*/ 1236771 w 3205056"/>
                <a:gd name="csY27" fmla="*/ 1549830 h 1549830"/>
                <a:gd name="csX28" fmla="*/ 1825707 w 3205056"/>
                <a:gd name="csY28" fmla="*/ 1534332 h 1549830"/>
                <a:gd name="csX29" fmla="*/ 1941944 w 3205056"/>
                <a:gd name="csY29" fmla="*/ 1518834 h 1549830"/>
                <a:gd name="csX30" fmla="*/ 2143422 w 3205056"/>
                <a:gd name="csY30" fmla="*/ 1487837 h 1549830"/>
                <a:gd name="csX31" fmla="*/ 2236412 w 3205056"/>
                <a:gd name="csY31" fmla="*/ 1480088 h 1549830"/>
                <a:gd name="csX32" fmla="*/ 2391395 w 3205056"/>
                <a:gd name="csY32" fmla="*/ 1425844 h 1549830"/>
                <a:gd name="csX33" fmla="*/ 2484385 w 3205056"/>
                <a:gd name="csY33" fmla="*/ 1394847 h 1549830"/>
                <a:gd name="csX34" fmla="*/ 2515381 w 3205056"/>
                <a:gd name="csY34" fmla="*/ 1379349 h 1549830"/>
                <a:gd name="csX35" fmla="*/ 2662615 w 3205056"/>
                <a:gd name="csY35" fmla="*/ 1309606 h 1549830"/>
                <a:gd name="csX36" fmla="*/ 2693612 w 3205056"/>
                <a:gd name="csY36" fmla="*/ 1294108 h 1549830"/>
                <a:gd name="csX37" fmla="*/ 2755605 w 3205056"/>
                <a:gd name="csY37" fmla="*/ 1255362 h 1549830"/>
                <a:gd name="csX38" fmla="*/ 2809849 w 3205056"/>
                <a:gd name="csY38" fmla="*/ 1208867 h 1549830"/>
                <a:gd name="csX39" fmla="*/ 2895090 w 3205056"/>
                <a:gd name="csY39" fmla="*/ 1216617 h 1549830"/>
                <a:gd name="csX40" fmla="*/ 2949334 w 3205056"/>
                <a:gd name="csY40" fmla="*/ 1224366 h 1549830"/>
                <a:gd name="csX41" fmla="*/ 3003578 w 3205056"/>
                <a:gd name="csY41" fmla="*/ 1216617 h 1549830"/>
                <a:gd name="csX42" fmla="*/ 3073320 w 3205056"/>
                <a:gd name="csY42" fmla="*/ 1193369 h 1549830"/>
                <a:gd name="csX43" fmla="*/ 3096568 w 3205056"/>
                <a:gd name="csY43" fmla="*/ 1177871 h 1549830"/>
                <a:gd name="csX44" fmla="*/ 3127564 w 3205056"/>
                <a:gd name="csY44" fmla="*/ 1162373 h 1549830"/>
                <a:gd name="csX45" fmla="*/ 3158561 w 3205056"/>
                <a:gd name="csY45" fmla="*/ 1139125 h 1549830"/>
                <a:gd name="csX46" fmla="*/ 3205056 w 3205056"/>
                <a:gd name="csY46" fmla="*/ 1092630 h 1549830"/>
                <a:gd name="csX47" fmla="*/ 3166310 w 3205056"/>
                <a:gd name="csY47" fmla="*/ 1084881 h 1549830"/>
                <a:gd name="csX48" fmla="*/ 3081070 w 3205056"/>
                <a:gd name="csY48" fmla="*/ 1061634 h 1549830"/>
                <a:gd name="csX49" fmla="*/ 2949334 w 3205056"/>
                <a:gd name="csY49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2012150 w 3205519"/>
                <a:gd name="csY10" fmla="*/ 30996 h 1549830"/>
                <a:gd name="csX11" fmla="*/ 1903661 w 3205519"/>
                <a:gd name="csY11" fmla="*/ 15498 h 1549830"/>
                <a:gd name="csX12" fmla="*/ 1399966 w 3205519"/>
                <a:gd name="csY12" fmla="*/ 0 h 1549830"/>
                <a:gd name="csX13" fmla="*/ 1144244 w 3205519"/>
                <a:gd name="csY13" fmla="*/ 15498 h 1549830"/>
                <a:gd name="csX14" fmla="*/ 880773 w 3205519"/>
                <a:gd name="csY14" fmla="*/ 77491 h 1549830"/>
                <a:gd name="csX15" fmla="*/ 508814 w 3205519"/>
                <a:gd name="csY15" fmla="*/ 224725 h 1549830"/>
                <a:gd name="csX16" fmla="*/ 307336 w 3205519"/>
                <a:gd name="csY16" fmla="*/ 340962 h 1549830"/>
                <a:gd name="csX17" fmla="*/ 98109 w 3205519"/>
                <a:gd name="csY17" fmla="*/ 519193 h 1549830"/>
                <a:gd name="csX18" fmla="*/ 5119 w 3205519"/>
                <a:gd name="csY18" fmla="*/ 705173 h 1549830"/>
                <a:gd name="csX19" fmla="*/ 28366 w 3205519"/>
                <a:gd name="csY19" fmla="*/ 937647 h 1549830"/>
                <a:gd name="csX20" fmla="*/ 105858 w 3205519"/>
                <a:gd name="csY20" fmla="*/ 1123627 h 1549830"/>
                <a:gd name="csX21" fmla="*/ 191099 w 3205519"/>
                <a:gd name="csY21" fmla="*/ 1239864 h 1549830"/>
                <a:gd name="csX22" fmla="*/ 330583 w 3205519"/>
                <a:gd name="csY22" fmla="*/ 1356101 h 1549830"/>
                <a:gd name="csX23" fmla="*/ 555309 w 3205519"/>
                <a:gd name="csY23" fmla="*/ 1456840 h 1549830"/>
                <a:gd name="csX24" fmla="*/ 818780 w 3205519"/>
                <a:gd name="csY24" fmla="*/ 1511084 h 1549830"/>
                <a:gd name="csX25" fmla="*/ 958265 w 3205519"/>
                <a:gd name="csY25" fmla="*/ 1534332 h 1549830"/>
                <a:gd name="csX26" fmla="*/ 1237234 w 3205519"/>
                <a:gd name="csY26" fmla="*/ 1549830 h 1549830"/>
                <a:gd name="csX27" fmla="*/ 1826170 w 3205519"/>
                <a:gd name="csY27" fmla="*/ 1534332 h 1549830"/>
                <a:gd name="csX28" fmla="*/ 1942407 w 3205519"/>
                <a:gd name="csY28" fmla="*/ 1518834 h 1549830"/>
                <a:gd name="csX29" fmla="*/ 2143885 w 3205519"/>
                <a:gd name="csY29" fmla="*/ 1487837 h 1549830"/>
                <a:gd name="csX30" fmla="*/ 2236875 w 3205519"/>
                <a:gd name="csY30" fmla="*/ 1480088 h 1549830"/>
                <a:gd name="csX31" fmla="*/ 2391858 w 3205519"/>
                <a:gd name="csY31" fmla="*/ 1425844 h 1549830"/>
                <a:gd name="csX32" fmla="*/ 2484848 w 3205519"/>
                <a:gd name="csY32" fmla="*/ 1394847 h 1549830"/>
                <a:gd name="csX33" fmla="*/ 2515844 w 3205519"/>
                <a:gd name="csY33" fmla="*/ 1379349 h 1549830"/>
                <a:gd name="csX34" fmla="*/ 2663078 w 3205519"/>
                <a:gd name="csY34" fmla="*/ 1309606 h 1549830"/>
                <a:gd name="csX35" fmla="*/ 2694075 w 3205519"/>
                <a:gd name="csY35" fmla="*/ 1294108 h 1549830"/>
                <a:gd name="csX36" fmla="*/ 2756068 w 3205519"/>
                <a:gd name="csY36" fmla="*/ 1255362 h 1549830"/>
                <a:gd name="csX37" fmla="*/ 2810312 w 3205519"/>
                <a:gd name="csY37" fmla="*/ 1208867 h 1549830"/>
                <a:gd name="csX38" fmla="*/ 2895553 w 3205519"/>
                <a:gd name="csY38" fmla="*/ 1216617 h 1549830"/>
                <a:gd name="csX39" fmla="*/ 2949797 w 3205519"/>
                <a:gd name="csY39" fmla="*/ 1224366 h 1549830"/>
                <a:gd name="csX40" fmla="*/ 3004041 w 3205519"/>
                <a:gd name="csY40" fmla="*/ 1216617 h 1549830"/>
                <a:gd name="csX41" fmla="*/ 3073783 w 3205519"/>
                <a:gd name="csY41" fmla="*/ 1193369 h 1549830"/>
                <a:gd name="csX42" fmla="*/ 3097031 w 3205519"/>
                <a:gd name="csY42" fmla="*/ 1177871 h 1549830"/>
                <a:gd name="csX43" fmla="*/ 3128027 w 3205519"/>
                <a:gd name="csY43" fmla="*/ 1162373 h 1549830"/>
                <a:gd name="csX44" fmla="*/ 3159024 w 3205519"/>
                <a:gd name="csY44" fmla="*/ 1139125 h 1549830"/>
                <a:gd name="csX45" fmla="*/ 3205519 w 3205519"/>
                <a:gd name="csY45" fmla="*/ 1092630 h 1549830"/>
                <a:gd name="csX46" fmla="*/ 3166773 w 3205519"/>
                <a:gd name="csY46" fmla="*/ 1084881 h 1549830"/>
                <a:gd name="csX47" fmla="*/ 3081533 w 3205519"/>
                <a:gd name="csY47" fmla="*/ 1061634 h 1549830"/>
                <a:gd name="csX48" fmla="*/ 2949797 w 3205519"/>
                <a:gd name="csY48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2012150 w 3205519"/>
                <a:gd name="csY10" fmla="*/ 30996 h 1549830"/>
                <a:gd name="csX11" fmla="*/ 1903661 w 3205519"/>
                <a:gd name="csY11" fmla="*/ 15498 h 1549830"/>
                <a:gd name="csX12" fmla="*/ 1399966 w 3205519"/>
                <a:gd name="csY12" fmla="*/ 0 h 1549830"/>
                <a:gd name="csX13" fmla="*/ 1144244 w 3205519"/>
                <a:gd name="csY13" fmla="*/ 15498 h 1549830"/>
                <a:gd name="csX14" fmla="*/ 880773 w 3205519"/>
                <a:gd name="csY14" fmla="*/ 77491 h 1549830"/>
                <a:gd name="csX15" fmla="*/ 508814 w 3205519"/>
                <a:gd name="csY15" fmla="*/ 224725 h 1549830"/>
                <a:gd name="csX16" fmla="*/ 307336 w 3205519"/>
                <a:gd name="csY16" fmla="*/ 340962 h 1549830"/>
                <a:gd name="csX17" fmla="*/ 98109 w 3205519"/>
                <a:gd name="csY17" fmla="*/ 519193 h 1549830"/>
                <a:gd name="csX18" fmla="*/ 5119 w 3205519"/>
                <a:gd name="csY18" fmla="*/ 705173 h 1549830"/>
                <a:gd name="csX19" fmla="*/ 28366 w 3205519"/>
                <a:gd name="csY19" fmla="*/ 937647 h 1549830"/>
                <a:gd name="csX20" fmla="*/ 105858 w 3205519"/>
                <a:gd name="csY20" fmla="*/ 1123627 h 1549830"/>
                <a:gd name="csX21" fmla="*/ 191099 w 3205519"/>
                <a:gd name="csY21" fmla="*/ 1239864 h 1549830"/>
                <a:gd name="csX22" fmla="*/ 330583 w 3205519"/>
                <a:gd name="csY22" fmla="*/ 1356101 h 1549830"/>
                <a:gd name="csX23" fmla="*/ 555309 w 3205519"/>
                <a:gd name="csY23" fmla="*/ 1456840 h 1549830"/>
                <a:gd name="csX24" fmla="*/ 818780 w 3205519"/>
                <a:gd name="csY24" fmla="*/ 1511084 h 1549830"/>
                <a:gd name="csX25" fmla="*/ 958265 w 3205519"/>
                <a:gd name="csY25" fmla="*/ 1534332 h 1549830"/>
                <a:gd name="csX26" fmla="*/ 1237234 w 3205519"/>
                <a:gd name="csY26" fmla="*/ 1549830 h 1549830"/>
                <a:gd name="csX27" fmla="*/ 1826170 w 3205519"/>
                <a:gd name="csY27" fmla="*/ 1534332 h 1549830"/>
                <a:gd name="csX28" fmla="*/ 1942407 w 3205519"/>
                <a:gd name="csY28" fmla="*/ 1518834 h 1549830"/>
                <a:gd name="csX29" fmla="*/ 2143885 w 3205519"/>
                <a:gd name="csY29" fmla="*/ 1487837 h 1549830"/>
                <a:gd name="csX30" fmla="*/ 2391858 w 3205519"/>
                <a:gd name="csY30" fmla="*/ 1425844 h 1549830"/>
                <a:gd name="csX31" fmla="*/ 2484848 w 3205519"/>
                <a:gd name="csY31" fmla="*/ 1394847 h 1549830"/>
                <a:gd name="csX32" fmla="*/ 2515844 w 3205519"/>
                <a:gd name="csY32" fmla="*/ 1379349 h 1549830"/>
                <a:gd name="csX33" fmla="*/ 2663078 w 3205519"/>
                <a:gd name="csY33" fmla="*/ 1309606 h 1549830"/>
                <a:gd name="csX34" fmla="*/ 2694075 w 3205519"/>
                <a:gd name="csY34" fmla="*/ 1294108 h 1549830"/>
                <a:gd name="csX35" fmla="*/ 2756068 w 3205519"/>
                <a:gd name="csY35" fmla="*/ 1255362 h 1549830"/>
                <a:gd name="csX36" fmla="*/ 2810312 w 3205519"/>
                <a:gd name="csY36" fmla="*/ 1208867 h 1549830"/>
                <a:gd name="csX37" fmla="*/ 2895553 w 3205519"/>
                <a:gd name="csY37" fmla="*/ 1216617 h 1549830"/>
                <a:gd name="csX38" fmla="*/ 2949797 w 3205519"/>
                <a:gd name="csY38" fmla="*/ 1224366 h 1549830"/>
                <a:gd name="csX39" fmla="*/ 3004041 w 3205519"/>
                <a:gd name="csY39" fmla="*/ 1216617 h 1549830"/>
                <a:gd name="csX40" fmla="*/ 3073783 w 3205519"/>
                <a:gd name="csY40" fmla="*/ 1193369 h 1549830"/>
                <a:gd name="csX41" fmla="*/ 3097031 w 3205519"/>
                <a:gd name="csY41" fmla="*/ 1177871 h 1549830"/>
                <a:gd name="csX42" fmla="*/ 3128027 w 3205519"/>
                <a:gd name="csY42" fmla="*/ 1162373 h 1549830"/>
                <a:gd name="csX43" fmla="*/ 3159024 w 3205519"/>
                <a:gd name="csY43" fmla="*/ 1139125 h 1549830"/>
                <a:gd name="csX44" fmla="*/ 3205519 w 3205519"/>
                <a:gd name="csY44" fmla="*/ 1092630 h 1549830"/>
                <a:gd name="csX45" fmla="*/ 3166773 w 3205519"/>
                <a:gd name="csY45" fmla="*/ 1084881 h 1549830"/>
                <a:gd name="csX46" fmla="*/ 3081533 w 3205519"/>
                <a:gd name="csY46" fmla="*/ 1061634 h 1549830"/>
                <a:gd name="csX47" fmla="*/ 2949797 w 3205519"/>
                <a:gd name="csY47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1903661 w 3205519"/>
                <a:gd name="csY10" fmla="*/ 15498 h 1549830"/>
                <a:gd name="csX11" fmla="*/ 1399966 w 3205519"/>
                <a:gd name="csY11" fmla="*/ 0 h 1549830"/>
                <a:gd name="csX12" fmla="*/ 1144244 w 3205519"/>
                <a:gd name="csY12" fmla="*/ 15498 h 1549830"/>
                <a:gd name="csX13" fmla="*/ 880773 w 3205519"/>
                <a:gd name="csY13" fmla="*/ 77491 h 1549830"/>
                <a:gd name="csX14" fmla="*/ 508814 w 3205519"/>
                <a:gd name="csY14" fmla="*/ 224725 h 1549830"/>
                <a:gd name="csX15" fmla="*/ 307336 w 3205519"/>
                <a:gd name="csY15" fmla="*/ 340962 h 1549830"/>
                <a:gd name="csX16" fmla="*/ 98109 w 3205519"/>
                <a:gd name="csY16" fmla="*/ 519193 h 1549830"/>
                <a:gd name="csX17" fmla="*/ 5119 w 3205519"/>
                <a:gd name="csY17" fmla="*/ 705173 h 1549830"/>
                <a:gd name="csX18" fmla="*/ 28366 w 3205519"/>
                <a:gd name="csY18" fmla="*/ 937647 h 1549830"/>
                <a:gd name="csX19" fmla="*/ 105858 w 3205519"/>
                <a:gd name="csY19" fmla="*/ 1123627 h 1549830"/>
                <a:gd name="csX20" fmla="*/ 191099 w 3205519"/>
                <a:gd name="csY20" fmla="*/ 1239864 h 1549830"/>
                <a:gd name="csX21" fmla="*/ 330583 w 3205519"/>
                <a:gd name="csY21" fmla="*/ 1356101 h 1549830"/>
                <a:gd name="csX22" fmla="*/ 555309 w 3205519"/>
                <a:gd name="csY22" fmla="*/ 1456840 h 1549830"/>
                <a:gd name="csX23" fmla="*/ 818780 w 3205519"/>
                <a:gd name="csY23" fmla="*/ 1511084 h 1549830"/>
                <a:gd name="csX24" fmla="*/ 958265 w 3205519"/>
                <a:gd name="csY24" fmla="*/ 1534332 h 1549830"/>
                <a:gd name="csX25" fmla="*/ 1237234 w 3205519"/>
                <a:gd name="csY25" fmla="*/ 1549830 h 1549830"/>
                <a:gd name="csX26" fmla="*/ 1826170 w 3205519"/>
                <a:gd name="csY26" fmla="*/ 1534332 h 1549830"/>
                <a:gd name="csX27" fmla="*/ 1942407 w 3205519"/>
                <a:gd name="csY27" fmla="*/ 1518834 h 1549830"/>
                <a:gd name="csX28" fmla="*/ 2143885 w 3205519"/>
                <a:gd name="csY28" fmla="*/ 1487837 h 1549830"/>
                <a:gd name="csX29" fmla="*/ 2391858 w 3205519"/>
                <a:gd name="csY29" fmla="*/ 1425844 h 1549830"/>
                <a:gd name="csX30" fmla="*/ 2484848 w 3205519"/>
                <a:gd name="csY30" fmla="*/ 1394847 h 1549830"/>
                <a:gd name="csX31" fmla="*/ 2515844 w 3205519"/>
                <a:gd name="csY31" fmla="*/ 1379349 h 1549830"/>
                <a:gd name="csX32" fmla="*/ 2663078 w 3205519"/>
                <a:gd name="csY32" fmla="*/ 1309606 h 1549830"/>
                <a:gd name="csX33" fmla="*/ 2694075 w 3205519"/>
                <a:gd name="csY33" fmla="*/ 1294108 h 1549830"/>
                <a:gd name="csX34" fmla="*/ 2756068 w 3205519"/>
                <a:gd name="csY34" fmla="*/ 1255362 h 1549830"/>
                <a:gd name="csX35" fmla="*/ 2810312 w 3205519"/>
                <a:gd name="csY35" fmla="*/ 1208867 h 1549830"/>
                <a:gd name="csX36" fmla="*/ 2895553 w 3205519"/>
                <a:gd name="csY36" fmla="*/ 1216617 h 1549830"/>
                <a:gd name="csX37" fmla="*/ 2949797 w 3205519"/>
                <a:gd name="csY37" fmla="*/ 1224366 h 1549830"/>
                <a:gd name="csX38" fmla="*/ 3004041 w 3205519"/>
                <a:gd name="csY38" fmla="*/ 1216617 h 1549830"/>
                <a:gd name="csX39" fmla="*/ 3073783 w 3205519"/>
                <a:gd name="csY39" fmla="*/ 1193369 h 1549830"/>
                <a:gd name="csX40" fmla="*/ 3097031 w 3205519"/>
                <a:gd name="csY40" fmla="*/ 1177871 h 1549830"/>
                <a:gd name="csX41" fmla="*/ 3128027 w 3205519"/>
                <a:gd name="csY41" fmla="*/ 1162373 h 1549830"/>
                <a:gd name="csX42" fmla="*/ 3159024 w 3205519"/>
                <a:gd name="csY42" fmla="*/ 1139125 h 1549830"/>
                <a:gd name="csX43" fmla="*/ 3205519 w 3205519"/>
                <a:gd name="csY43" fmla="*/ 1092630 h 1549830"/>
                <a:gd name="csX44" fmla="*/ 3166773 w 3205519"/>
                <a:gd name="csY44" fmla="*/ 1084881 h 1549830"/>
                <a:gd name="csX45" fmla="*/ 3081533 w 3205519"/>
                <a:gd name="csY45" fmla="*/ 1061634 h 1549830"/>
                <a:gd name="csX46" fmla="*/ 2949797 w 3205519"/>
                <a:gd name="csY46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1903661 w 3205519"/>
                <a:gd name="csY10" fmla="*/ 15498 h 1549830"/>
                <a:gd name="csX11" fmla="*/ 1399966 w 3205519"/>
                <a:gd name="csY11" fmla="*/ 0 h 1549830"/>
                <a:gd name="csX12" fmla="*/ 1144244 w 3205519"/>
                <a:gd name="csY12" fmla="*/ 15498 h 1549830"/>
                <a:gd name="csX13" fmla="*/ 880773 w 3205519"/>
                <a:gd name="csY13" fmla="*/ 77491 h 1549830"/>
                <a:gd name="csX14" fmla="*/ 508814 w 3205519"/>
                <a:gd name="csY14" fmla="*/ 224725 h 1549830"/>
                <a:gd name="csX15" fmla="*/ 307336 w 3205519"/>
                <a:gd name="csY15" fmla="*/ 340962 h 1549830"/>
                <a:gd name="csX16" fmla="*/ 98109 w 3205519"/>
                <a:gd name="csY16" fmla="*/ 519193 h 1549830"/>
                <a:gd name="csX17" fmla="*/ 5119 w 3205519"/>
                <a:gd name="csY17" fmla="*/ 705173 h 1549830"/>
                <a:gd name="csX18" fmla="*/ 28366 w 3205519"/>
                <a:gd name="csY18" fmla="*/ 937647 h 1549830"/>
                <a:gd name="csX19" fmla="*/ 105858 w 3205519"/>
                <a:gd name="csY19" fmla="*/ 1123627 h 1549830"/>
                <a:gd name="csX20" fmla="*/ 191099 w 3205519"/>
                <a:gd name="csY20" fmla="*/ 1239864 h 1549830"/>
                <a:gd name="csX21" fmla="*/ 330583 w 3205519"/>
                <a:gd name="csY21" fmla="*/ 1356101 h 1549830"/>
                <a:gd name="csX22" fmla="*/ 555309 w 3205519"/>
                <a:gd name="csY22" fmla="*/ 1456840 h 1549830"/>
                <a:gd name="csX23" fmla="*/ 818780 w 3205519"/>
                <a:gd name="csY23" fmla="*/ 1511084 h 1549830"/>
                <a:gd name="csX24" fmla="*/ 958265 w 3205519"/>
                <a:gd name="csY24" fmla="*/ 1534332 h 1549830"/>
                <a:gd name="csX25" fmla="*/ 1237234 w 3205519"/>
                <a:gd name="csY25" fmla="*/ 1549830 h 1549830"/>
                <a:gd name="csX26" fmla="*/ 1826170 w 3205519"/>
                <a:gd name="csY26" fmla="*/ 1534332 h 1549830"/>
                <a:gd name="csX27" fmla="*/ 1942407 w 3205519"/>
                <a:gd name="csY27" fmla="*/ 1518834 h 1549830"/>
                <a:gd name="csX28" fmla="*/ 2143885 w 3205519"/>
                <a:gd name="csY28" fmla="*/ 1487837 h 1549830"/>
                <a:gd name="csX29" fmla="*/ 2391858 w 3205519"/>
                <a:gd name="csY29" fmla="*/ 1425844 h 1549830"/>
                <a:gd name="csX30" fmla="*/ 2484848 w 3205519"/>
                <a:gd name="csY30" fmla="*/ 1394847 h 1549830"/>
                <a:gd name="csX31" fmla="*/ 2515844 w 3205519"/>
                <a:gd name="csY31" fmla="*/ 1379349 h 1549830"/>
                <a:gd name="csX32" fmla="*/ 2663078 w 3205519"/>
                <a:gd name="csY32" fmla="*/ 1309606 h 1549830"/>
                <a:gd name="csX33" fmla="*/ 2694075 w 3205519"/>
                <a:gd name="csY33" fmla="*/ 1294108 h 1549830"/>
                <a:gd name="csX34" fmla="*/ 2756068 w 3205519"/>
                <a:gd name="csY34" fmla="*/ 1255362 h 1549830"/>
                <a:gd name="csX35" fmla="*/ 2810312 w 3205519"/>
                <a:gd name="csY35" fmla="*/ 1208867 h 1549830"/>
                <a:gd name="csX36" fmla="*/ 2895553 w 3205519"/>
                <a:gd name="csY36" fmla="*/ 1216617 h 1549830"/>
                <a:gd name="csX37" fmla="*/ 2949797 w 3205519"/>
                <a:gd name="csY37" fmla="*/ 1224366 h 1549830"/>
                <a:gd name="csX38" fmla="*/ 3004041 w 3205519"/>
                <a:gd name="csY38" fmla="*/ 1216617 h 1549830"/>
                <a:gd name="csX39" fmla="*/ 3073783 w 3205519"/>
                <a:gd name="csY39" fmla="*/ 1193369 h 1549830"/>
                <a:gd name="csX40" fmla="*/ 3128027 w 3205519"/>
                <a:gd name="csY40" fmla="*/ 1162373 h 1549830"/>
                <a:gd name="csX41" fmla="*/ 3159024 w 3205519"/>
                <a:gd name="csY41" fmla="*/ 1139125 h 1549830"/>
                <a:gd name="csX42" fmla="*/ 3205519 w 3205519"/>
                <a:gd name="csY42" fmla="*/ 1092630 h 1549830"/>
                <a:gd name="csX43" fmla="*/ 3166773 w 3205519"/>
                <a:gd name="csY43" fmla="*/ 1084881 h 1549830"/>
                <a:gd name="csX44" fmla="*/ 3081533 w 3205519"/>
                <a:gd name="csY44" fmla="*/ 1061634 h 1549830"/>
                <a:gd name="csX45" fmla="*/ 2949797 w 3205519"/>
                <a:gd name="csY45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1903661 w 3205519"/>
                <a:gd name="csY10" fmla="*/ 15498 h 1549830"/>
                <a:gd name="csX11" fmla="*/ 1399966 w 3205519"/>
                <a:gd name="csY11" fmla="*/ 0 h 1549830"/>
                <a:gd name="csX12" fmla="*/ 1144244 w 3205519"/>
                <a:gd name="csY12" fmla="*/ 15498 h 1549830"/>
                <a:gd name="csX13" fmla="*/ 880773 w 3205519"/>
                <a:gd name="csY13" fmla="*/ 77491 h 1549830"/>
                <a:gd name="csX14" fmla="*/ 508814 w 3205519"/>
                <a:gd name="csY14" fmla="*/ 224725 h 1549830"/>
                <a:gd name="csX15" fmla="*/ 307336 w 3205519"/>
                <a:gd name="csY15" fmla="*/ 340962 h 1549830"/>
                <a:gd name="csX16" fmla="*/ 98109 w 3205519"/>
                <a:gd name="csY16" fmla="*/ 519193 h 1549830"/>
                <a:gd name="csX17" fmla="*/ 5119 w 3205519"/>
                <a:gd name="csY17" fmla="*/ 705173 h 1549830"/>
                <a:gd name="csX18" fmla="*/ 28366 w 3205519"/>
                <a:gd name="csY18" fmla="*/ 937647 h 1549830"/>
                <a:gd name="csX19" fmla="*/ 105858 w 3205519"/>
                <a:gd name="csY19" fmla="*/ 1123627 h 1549830"/>
                <a:gd name="csX20" fmla="*/ 191099 w 3205519"/>
                <a:gd name="csY20" fmla="*/ 1239864 h 1549830"/>
                <a:gd name="csX21" fmla="*/ 330583 w 3205519"/>
                <a:gd name="csY21" fmla="*/ 1356101 h 1549830"/>
                <a:gd name="csX22" fmla="*/ 555309 w 3205519"/>
                <a:gd name="csY22" fmla="*/ 1456840 h 1549830"/>
                <a:gd name="csX23" fmla="*/ 818780 w 3205519"/>
                <a:gd name="csY23" fmla="*/ 1511084 h 1549830"/>
                <a:gd name="csX24" fmla="*/ 958265 w 3205519"/>
                <a:gd name="csY24" fmla="*/ 1534332 h 1549830"/>
                <a:gd name="csX25" fmla="*/ 1237234 w 3205519"/>
                <a:gd name="csY25" fmla="*/ 1549830 h 1549830"/>
                <a:gd name="csX26" fmla="*/ 1826170 w 3205519"/>
                <a:gd name="csY26" fmla="*/ 1534332 h 1549830"/>
                <a:gd name="csX27" fmla="*/ 1942407 w 3205519"/>
                <a:gd name="csY27" fmla="*/ 1518834 h 1549830"/>
                <a:gd name="csX28" fmla="*/ 2143885 w 3205519"/>
                <a:gd name="csY28" fmla="*/ 1487837 h 1549830"/>
                <a:gd name="csX29" fmla="*/ 2391858 w 3205519"/>
                <a:gd name="csY29" fmla="*/ 1425844 h 1549830"/>
                <a:gd name="csX30" fmla="*/ 2484848 w 3205519"/>
                <a:gd name="csY30" fmla="*/ 1394847 h 1549830"/>
                <a:gd name="csX31" fmla="*/ 2515844 w 3205519"/>
                <a:gd name="csY31" fmla="*/ 1379349 h 1549830"/>
                <a:gd name="csX32" fmla="*/ 2663078 w 3205519"/>
                <a:gd name="csY32" fmla="*/ 1309606 h 1549830"/>
                <a:gd name="csX33" fmla="*/ 2694075 w 3205519"/>
                <a:gd name="csY33" fmla="*/ 1294108 h 1549830"/>
                <a:gd name="csX34" fmla="*/ 2756068 w 3205519"/>
                <a:gd name="csY34" fmla="*/ 1255362 h 1549830"/>
                <a:gd name="csX35" fmla="*/ 2810312 w 3205519"/>
                <a:gd name="csY35" fmla="*/ 1208867 h 1549830"/>
                <a:gd name="csX36" fmla="*/ 2895553 w 3205519"/>
                <a:gd name="csY36" fmla="*/ 1216617 h 1549830"/>
                <a:gd name="csX37" fmla="*/ 2949797 w 3205519"/>
                <a:gd name="csY37" fmla="*/ 1224366 h 1549830"/>
                <a:gd name="csX38" fmla="*/ 3073783 w 3205519"/>
                <a:gd name="csY38" fmla="*/ 1193369 h 1549830"/>
                <a:gd name="csX39" fmla="*/ 3128027 w 3205519"/>
                <a:gd name="csY39" fmla="*/ 1162373 h 1549830"/>
                <a:gd name="csX40" fmla="*/ 3159024 w 3205519"/>
                <a:gd name="csY40" fmla="*/ 1139125 h 1549830"/>
                <a:gd name="csX41" fmla="*/ 3205519 w 3205519"/>
                <a:gd name="csY41" fmla="*/ 1092630 h 1549830"/>
                <a:gd name="csX42" fmla="*/ 3166773 w 3205519"/>
                <a:gd name="csY42" fmla="*/ 1084881 h 1549830"/>
                <a:gd name="csX43" fmla="*/ 3081533 w 3205519"/>
                <a:gd name="csY43" fmla="*/ 1061634 h 1549830"/>
                <a:gd name="csX44" fmla="*/ 2949797 w 3205519"/>
                <a:gd name="csY44" fmla="*/ 976393 h 1549830"/>
                <a:gd name="csX0" fmla="*/ 2949797 w 3205519"/>
                <a:gd name="csY0" fmla="*/ 976393 h 1549830"/>
                <a:gd name="csX1" fmla="*/ 2949797 w 3205519"/>
                <a:gd name="csY1" fmla="*/ 976393 h 1549830"/>
                <a:gd name="csX2" fmla="*/ 2996292 w 3205519"/>
                <a:gd name="csY2" fmla="*/ 697423 h 1549830"/>
                <a:gd name="csX3" fmla="*/ 2980794 w 3205519"/>
                <a:gd name="csY3" fmla="*/ 650928 h 1549830"/>
                <a:gd name="csX4" fmla="*/ 2872305 w 3205519"/>
                <a:gd name="csY4" fmla="*/ 449451 h 1549830"/>
                <a:gd name="csX5" fmla="*/ 2833560 w 3205519"/>
                <a:gd name="csY5" fmla="*/ 395206 h 1549830"/>
                <a:gd name="csX6" fmla="*/ 2771566 w 3205519"/>
                <a:gd name="csY6" fmla="*/ 333213 h 1549830"/>
                <a:gd name="csX7" fmla="*/ 2523594 w 3205519"/>
                <a:gd name="csY7" fmla="*/ 162732 h 1549830"/>
                <a:gd name="csX8" fmla="*/ 2360861 w 3205519"/>
                <a:gd name="csY8" fmla="*/ 108488 h 1549830"/>
                <a:gd name="csX9" fmla="*/ 2205878 w 3205519"/>
                <a:gd name="csY9" fmla="*/ 54244 h 1549830"/>
                <a:gd name="csX10" fmla="*/ 1903661 w 3205519"/>
                <a:gd name="csY10" fmla="*/ 15498 h 1549830"/>
                <a:gd name="csX11" fmla="*/ 1399966 w 3205519"/>
                <a:gd name="csY11" fmla="*/ 0 h 1549830"/>
                <a:gd name="csX12" fmla="*/ 1144244 w 3205519"/>
                <a:gd name="csY12" fmla="*/ 15498 h 1549830"/>
                <a:gd name="csX13" fmla="*/ 880773 w 3205519"/>
                <a:gd name="csY13" fmla="*/ 77491 h 1549830"/>
                <a:gd name="csX14" fmla="*/ 508814 w 3205519"/>
                <a:gd name="csY14" fmla="*/ 224725 h 1549830"/>
                <a:gd name="csX15" fmla="*/ 307336 w 3205519"/>
                <a:gd name="csY15" fmla="*/ 340962 h 1549830"/>
                <a:gd name="csX16" fmla="*/ 98109 w 3205519"/>
                <a:gd name="csY16" fmla="*/ 519193 h 1549830"/>
                <a:gd name="csX17" fmla="*/ 5119 w 3205519"/>
                <a:gd name="csY17" fmla="*/ 705173 h 1549830"/>
                <a:gd name="csX18" fmla="*/ 28366 w 3205519"/>
                <a:gd name="csY18" fmla="*/ 937647 h 1549830"/>
                <a:gd name="csX19" fmla="*/ 105858 w 3205519"/>
                <a:gd name="csY19" fmla="*/ 1123627 h 1549830"/>
                <a:gd name="csX20" fmla="*/ 191099 w 3205519"/>
                <a:gd name="csY20" fmla="*/ 1239864 h 1549830"/>
                <a:gd name="csX21" fmla="*/ 330583 w 3205519"/>
                <a:gd name="csY21" fmla="*/ 1356101 h 1549830"/>
                <a:gd name="csX22" fmla="*/ 555309 w 3205519"/>
                <a:gd name="csY22" fmla="*/ 1456840 h 1549830"/>
                <a:gd name="csX23" fmla="*/ 818780 w 3205519"/>
                <a:gd name="csY23" fmla="*/ 1511084 h 1549830"/>
                <a:gd name="csX24" fmla="*/ 958265 w 3205519"/>
                <a:gd name="csY24" fmla="*/ 1534332 h 1549830"/>
                <a:gd name="csX25" fmla="*/ 1237234 w 3205519"/>
                <a:gd name="csY25" fmla="*/ 1549830 h 1549830"/>
                <a:gd name="csX26" fmla="*/ 1826170 w 3205519"/>
                <a:gd name="csY26" fmla="*/ 1534332 h 1549830"/>
                <a:gd name="csX27" fmla="*/ 1942407 w 3205519"/>
                <a:gd name="csY27" fmla="*/ 1518834 h 1549830"/>
                <a:gd name="csX28" fmla="*/ 2143885 w 3205519"/>
                <a:gd name="csY28" fmla="*/ 1487837 h 1549830"/>
                <a:gd name="csX29" fmla="*/ 2391858 w 3205519"/>
                <a:gd name="csY29" fmla="*/ 1425844 h 1549830"/>
                <a:gd name="csX30" fmla="*/ 2484848 w 3205519"/>
                <a:gd name="csY30" fmla="*/ 1394847 h 1549830"/>
                <a:gd name="csX31" fmla="*/ 2515844 w 3205519"/>
                <a:gd name="csY31" fmla="*/ 1379349 h 1549830"/>
                <a:gd name="csX32" fmla="*/ 2663078 w 3205519"/>
                <a:gd name="csY32" fmla="*/ 1309606 h 1549830"/>
                <a:gd name="csX33" fmla="*/ 2694075 w 3205519"/>
                <a:gd name="csY33" fmla="*/ 1294108 h 1549830"/>
                <a:gd name="csX34" fmla="*/ 2756068 w 3205519"/>
                <a:gd name="csY34" fmla="*/ 1255362 h 1549830"/>
                <a:gd name="csX35" fmla="*/ 2810312 w 3205519"/>
                <a:gd name="csY35" fmla="*/ 1208867 h 1549830"/>
                <a:gd name="csX36" fmla="*/ 2895553 w 3205519"/>
                <a:gd name="csY36" fmla="*/ 1216617 h 1549830"/>
                <a:gd name="csX37" fmla="*/ 3073783 w 3205519"/>
                <a:gd name="csY37" fmla="*/ 1193369 h 1549830"/>
                <a:gd name="csX38" fmla="*/ 3128027 w 3205519"/>
                <a:gd name="csY38" fmla="*/ 1162373 h 1549830"/>
                <a:gd name="csX39" fmla="*/ 3159024 w 3205519"/>
                <a:gd name="csY39" fmla="*/ 1139125 h 1549830"/>
                <a:gd name="csX40" fmla="*/ 3205519 w 3205519"/>
                <a:gd name="csY40" fmla="*/ 1092630 h 1549830"/>
                <a:gd name="csX41" fmla="*/ 3166773 w 3205519"/>
                <a:gd name="csY41" fmla="*/ 1084881 h 1549830"/>
                <a:gd name="csX42" fmla="*/ 3081533 w 3205519"/>
                <a:gd name="csY42" fmla="*/ 1061634 h 1549830"/>
                <a:gd name="csX43" fmla="*/ 2949797 w 3205519"/>
                <a:gd name="csY43" fmla="*/ 976393 h 1549830"/>
                <a:gd name="csX0" fmla="*/ 2949797 w 3207898"/>
                <a:gd name="csY0" fmla="*/ 976393 h 1549830"/>
                <a:gd name="csX1" fmla="*/ 2949797 w 3207898"/>
                <a:gd name="csY1" fmla="*/ 976393 h 1549830"/>
                <a:gd name="csX2" fmla="*/ 2996292 w 3207898"/>
                <a:gd name="csY2" fmla="*/ 697423 h 1549830"/>
                <a:gd name="csX3" fmla="*/ 2980794 w 3207898"/>
                <a:gd name="csY3" fmla="*/ 650928 h 1549830"/>
                <a:gd name="csX4" fmla="*/ 2872305 w 3207898"/>
                <a:gd name="csY4" fmla="*/ 449451 h 1549830"/>
                <a:gd name="csX5" fmla="*/ 2833560 w 3207898"/>
                <a:gd name="csY5" fmla="*/ 395206 h 1549830"/>
                <a:gd name="csX6" fmla="*/ 2771566 w 3207898"/>
                <a:gd name="csY6" fmla="*/ 333213 h 1549830"/>
                <a:gd name="csX7" fmla="*/ 2523594 w 3207898"/>
                <a:gd name="csY7" fmla="*/ 162732 h 1549830"/>
                <a:gd name="csX8" fmla="*/ 2360861 w 3207898"/>
                <a:gd name="csY8" fmla="*/ 108488 h 1549830"/>
                <a:gd name="csX9" fmla="*/ 2205878 w 3207898"/>
                <a:gd name="csY9" fmla="*/ 54244 h 1549830"/>
                <a:gd name="csX10" fmla="*/ 1903661 w 3207898"/>
                <a:gd name="csY10" fmla="*/ 15498 h 1549830"/>
                <a:gd name="csX11" fmla="*/ 1399966 w 3207898"/>
                <a:gd name="csY11" fmla="*/ 0 h 1549830"/>
                <a:gd name="csX12" fmla="*/ 1144244 w 3207898"/>
                <a:gd name="csY12" fmla="*/ 15498 h 1549830"/>
                <a:gd name="csX13" fmla="*/ 880773 w 3207898"/>
                <a:gd name="csY13" fmla="*/ 77491 h 1549830"/>
                <a:gd name="csX14" fmla="*/ 508814 w 3207898"/>
                <a:gd name="csY14" fmla="*/ 224725 h 1549830"/>
                <a:gd name="csX15" fmla="*/ 307336 w 3207898"/>
                <a:gd name="csY15" fmla="*/ 340962 h 1549830"/>
                <a:gd name="csX16" fmla="*/ 98109 w 3207898"/>
                <a:gd name="csY16" fmla="*/ 519193 h 1549830"/>
                <a:gd name="csX17" fmla="*/ 5119 w 3207898"/>
                <a:gd name="csY17" fmla="*/ 705173 h 1549830"/>
                <a:gd name="csX18" fmla="*/ 28366 w 3207898"/>
                <a:gd name="csY18" fmla="*/ 937647 h 1549830"/>
                <a:gd name="csX19" fmla="*/ 105858 w 3207898"/>
                <a:gd name="csY19" fmla="*/ 1123627 h 1549830"/>
                <a:gd name="csX20" fmla="*/ 191099 w 3207898"/>
                <a:gd name="csY20" fmla="*/ 1239864 h 1549830"/>
                <a:gd name="csX21" fmla="*/ 330583 w 3207898"/>
                <a:gd name="csY21" fmla="*/ 1356101 h 1549830"/>
                <a:gd name="csX22" fmla="*/ 555309 w 3207898"/>
                <a:gd name="csY22" fmla="*/ 1456840 h 1549830"/>
                <a:gd name="csX23" fmla="*/ 818780 w 3207898"/>
                <a:gd name="csY23" fmla="*/ 1511084 h 1549830"/>
                <a:gd name="csX24" fmla="*/ 958265 w 3207898"/>
                <a:gd name="csY24" fmla="*/ 1534332 h 1549830"/>
                <a:gd name="csX25" fmla="*/ 1237234 w 3207898"/>
                <a:gd name="csY25" fmla="*/ 1549830 h 1549830"/>
                <a:gd name="csX26" fmla="*/ 1826170 w 3207898"/>
                <a:gd name="csY26" fmla="*/ 1534332 h 1549830"/>
                <a:gd name="csX27" fmla="*/ 1942407 w 3207898"/>
                <a:gd name="csY27" fmla="*/ 1518834 h 1549830"/>
                <a:gd name="csX28" fmla="*/ 2143885 w 3207898"/>
                <a:gd name="csY28" fmla="*/ 1487837 h 1549830"/>
                <a:gd name="csX29" fmla="*/ 2391858 w 3207898"/>
                <a:gd name="csY29" fmla="*/ 1425844 h 1549830"/>
                <a:gd name="csX30" fmla="*/ 2484848 w 3207898"/>
                <a:gd name="csY30" fmla="*/ 1394847 h 1549830"/>
                <a:gd name="csX31" fmla="*/ 2515844 w 3207898"/>
                <a:gd name="csY31" fmla="*/ 1379349 h 1549830"/>
                <a:gd name="csX32" fmla="*/ 2663078 w 3207898"/>
                <a:gd name="csY32" fmla="*/ 1309606 h 1549830"/>
                <a:gd name="csX33" fmla="*/ 2694075 w 3207898"/>
                <a:gd name="csY33" fmla="*/ 1294108 h 1549830"/>
                <a:gd name="csX34" fmla="*/ 2756068 w 3207898"/>
                <a:gd name="csY34" fmla="*/ 1255362 h 1549830"/>
                <a:gd name="csX35" fmla="*/ 2810312 w 3207898"/>
                <a:gd name="csY35" fmla="*/ 1208867 h 1549830"/>
                <a:gd name="csX36" fmla="*/ 2895553 w 3207898"/>
                <a:gd name="csY36" fmla="*/ 1216617 h 1549830"/>
                <a:gd name="csX37" fmla="*/ 3073783 w 3207898"/>
                <a:gd name="csY37" fmla="*/ 1193369 h 1549830"/>
                <a:gd name="csX38" fmla="*/ 3128027 w 3207898"/>
                <a:gd name="csY38" fmla="*/ 1162373 h 1549830"/>
                <a:gd name="csX39" fmla="*/ 3159024 w 3207898"/>
                <a:gd name="csY39" fmla="*/ 1139125 h 1549830"/>
                <a:gd name="csX40" fmla="*/ 3205519 w 3207898"/>
                <a:gd name="csY40" fmla="*/ 1092630 h 1549830"/>
                <a:gd name="csX41" fmla="*/ 3081533 w 3207898"/>
                <a:gd name="csY41" fmla="*/ 1061634 h 1549830"/>
                <a:gd name="csX42" fmla="*/ 2949797 w 3207898"/>
                <a:gd name="csY42" fmla="*/ 976393 h 154983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</a:cxnLst>
              <a:rect l="l" t="t" r="r" b="b"/>
              <a:pathLst>
                <a:path w="3207898" h="1549830">
                  <a:moveTo>
                    <a:pt x="2949797" y="976393"/>
                  </a:moveTo>
                  <a:lnTo>
                    <a:pt x="2949797" y="976393"/>
                  </a:lnTo>
                  <a:cubicBezTo>
                    <a:pt x="2965295" y="883403"/>
                    <a:pt x="2987354" y="791271"/>
                    <a:pt x="2996292" y="697423"/>
                  </a:cubicBezTo>
                  <a:cubicBezTo>
                    <a:pt x="2997841" y="681160"/>
                    <a:pt x="2986659" y="666176"/>
                    <a:pt x="2980794" y="650928"/>
                  </a:cubicBezTo>
                  <a:cubicBezTo>
                    <a:pt x="2954335" y="582134"/>
                    <a:pt x="2912261" y="505391"/>
                    <a:pt x="2872305" y="449451"/>
                  </a:cubicBezTo>
                  <a:cubicBezTo>
                    <a:pt x="2859390" y="431369"/>
                    <a:pt x="2848113" y="411998"/>
                    <a:pt x="2833560" y="395206"/>
                  </a:cubicBezTo>
                  <a:cubicBezTo>
                    <a:pt x="2814420" y="373122"/>
                    <a:pt x="2794080" y="351845"/>
                    <a:pt x="2771566" y="333213"/>
                  </a:cubicBezTo>
                  <a:cubicBezTo>
                    <a:pt x="2690786" y="266361"/>
                    <a:pt x="2617588" y="205457"/>
                    <a:pt x="2523594" y="162732"/>
                  </a:cubicBezTo>
                  <a:cubicBezTo>
                    <a:pt x="2452083" y="130227"/>
                    <a:pt x="2432458" y="133547"/>
                    <a:pt x="2360861" y="108488"/>
                  </a:cubicBezTo>
                  <a:cubicBezTo>
                    <a:pt x="2286583" y="82491"/>
                    <a:pt x="2282078" y="69742"/>
                    <a:pt x="2205878" y="54244"/>
                  </a:cubicBezTo>
                  <a:cubicBezTo>
                    <a:pt x="2129678" y="38746"/>
                    <a:pt x="2037980" y="24539"/>
                    <a:pt x="1903661" y="15498"/>
                  </a:cubicBezTo>
                  <a:cubicBezTo>
                    <a:pt x="1769342" y="6457"/>
                    <a:pt x="1399966" y="0"/>
                    <a:pt x="1399966" y="0"/>
                  </a:cubicBezTo>
                  <a:cubicBezTo>
                    <a:pt x="1314725" y="5166"/>
                    <a:pt x="1230776" y="2583"/>
                    <a:pt x="1144244" y="15498"/>
                  </a:cubicBezTo>
                  <a:cubicBezTo>
                    <a:pt x="1057712" y="28413"/>
                    <a:pt x="986678" y="42620"/>
                    <a:pt x="880773" y="77491"/>
                  </a:cubicBezTo>
                  <a:cubicBezTo>
                    <a:pt x="774868" y="112362"/>
                    <a:pt x="600987" y="171549"/>
                    <a:pt x="508814" y="224725"/>
                  </a:cubicBezTo>
                  <a:cubicBezTo>
                    <a:pt x="441655" y="263471"/>
                    <a:pt x="375787" y="291884"/>
                    <a:pt x="307336" y="340962"/>
                  </a:cubicBezTo>
                  <a:cubicBezTo>
                    <a:pt x="238885" y="390040"/>
                    <a:pt x="148479" y="458491"/>
                    <a:pt x="98109" y="519193"/>
                  </a:cubicBezTo>
                  <a:cubicBezTo>
                    <a:pt x="47740" y="579895"/>
                    <a:pt x="20241" y="611430"/>
                    <a:pt x="5119" y="705173"/>
                  </a:cubicBezTo>
                  <a:cubicBezTo>
                    <a:pt x="-10003" y="798916"/>
                    <a:pt x="11576" y="867905"/>
                    <a:pt x="28366" y="937647"/>
                  </a:cubicBezTo>
                  <a:cubicBezTo>
                    <a:pt x="45156" y="1007389"/>
                    <a:pt x="78736" y="1073258"/>
                    <a:pt x="105858" y="1123627"/>
                  </a:cubicBezTo>
                  <a:cubicBezTo>
                    <a:pt x="132980" y="1173996"/>
                    <a:pt x="155188" y="1207943"/>
                    <a:pt x="191099" y="1239864"/>
                  </a:cubicBezTo>
                  <a:cubicBezTo>
                    <a:pt x="227084" y="1271851"/>
                    <a:pt x="289094" y="1329699"/>
                    <a:pt x="330583" y="1356101"/>
                  </a:cubicBezTo>
                  <a:cubicBezTo>
                    <a:pt x="406110" y="1404164"/>
                    <a:pt x="469769" y="1428327"/>
                    <a:pt x="555309" y="1456840"/>
                  </a:cubicBezTo>
                  <a:cubicBezTo>
                    <a:pt x="717890" y="1511034"/>
                    <a:pt x="652765" y="1487367"/>
                    <a:pt x="818780" y="1511084"/>
                  </a:cubicBezTo>
                  <a:cubicBezTo>
                    <a:pt x="865443" y="1517750"/>
                    <a:pt x="911329" y="1529986"/>
                    <a:pt x="958265" y="1534332"/>
                  </a:cubicBezTo>
                  <a:cubicBezTo>
                    <a:pt x="1051001" y="1542919"/>
                    <a:pt x="1237234" y="1549830"/>
                    <a:pt x="1237234" y="1549830"/>
                  </a:cubicBezTo>
                  <a:cubicBezTo>
                    <a:pt x="1286823" y="1548975"/>
                    <a:pt x="1675814" y="1548000"/>
                    <a:pt x="1826170" y="1534332"/>
                  </a:cubicBezTo>
                  <a:cubicBezTo>
                    <a:pt x="1865098" y="1530793"/>
                    <a:pt x="1903730" y="1524494"/>
                    <a:pt x="1942407" y="1518834"/>
                  </a:cubicBezTo>
                  <a:cubicBezTo>
                    <a:pt x="2009640" y="1508995"/>
                    <a:pt x="2076170" y="1493480"/>
                    <a:pt x="2143885" y="1487837"/>
                  </a:cubicBezTo>
                  <a:lnTo>
                    <a:pt x="2391858" y="1425844"/>
                  </a:lnTo>
                  <a:cubicBezTo>
                    <a:pt x="2422194" y="1413709"/>
                    <a:pt x="2454255" y="1406319"/>
                    <a:pt x="2484848" y="1394847"/>
                  </a:cubicBezTo>
                  <a:cubicBezTo>
                    <a:pt x="2495664" y="1390791"/>
                    <a:pt x="2505328" y="1384129"/>
                    <a:pt x="2515844" y="1379349"/>
                  </a:cubicBezTo>
                  <a:cubicBezTo>
                    <a:pt x="2651146" y="1317848"/>
                    <a:pt x="2465814" y="1408238"/>
                    <a:pt x="2663078" y="1309606"/>
                  </a:cubicBezTo>
                  <a:cubicBezTo>
                    <a:pt x="2673410" y="1304440"/>
                    <a:pt x="2684169" y="1300051"/>
                    <a:pt x="2694075" y="1294108"/>
                  </a:cubicBezTo>
                  <a:cubicBezTo>
                    <a:pt x="2708681" y="1285345"/>
                    <a:pt x="2740154" y="1267297"/>
                    <a:pt x="2756068" y="1255362"/>
                  </a:cubicBezTo>
                  <a:cubicBezTo>
                    <a:pt x="2791635" y="1228686"/>
                    <a:pt x="2787043" y="1232137"/>
                    <a:pt x="2810312" y="1208867"/>
                  </a:cubicBezTo>
                  <a:cubicBezTo>
                    <a:pt x="2838726" y="1211450"/>
                    <a:pt x="2851641" y="1219200"/>
                    <a:pt x="2895553" y="1216617"/>
                  </a:cubicBezTo>
                  <a:cubicBezTo>
                    <a:pt x="2939465" y="1214034"/>
                    <a:pt x="3035037" y="1202410"/>
                    <a:pt x="3073783" y="1193369"/>
                  </a:cubicBezTo>
                  <a:cubicBezTo>
                    <a:pt x="3112529" y="1184328"/>
                    <a:pt x="3113820" y="1171414"/>
                    <a:pt x="3128027" y="1162373"/>
                  </a:cubicBezTo>
                  <a:cubicBezTo>
                    <a:pt x="3142234" y="1153332"/>
                    <a:pt x="3149424" y="1147765"/>
                    <a:pt x="3159024" y="1139125"/>
                  </a:cubicBezTo>
                  <a:cubicBezTo>
                    <a:pt x="3175315" y="1124463"/>
                    <a:pt x="3218434" y="1105545"/>
                    <a:pt x="3205519" y="1092630"/>
                  </a:cubicBezTo>
                  <a:cubicBezTo>
                    <a:pt x="3192604" y="1079715"/>
                    <a:pt x="3124153" y="1081007"/>
                    <a:pt x="3081533" y="1061634"/>
                  </a:cubicBezTo>
                  <a:cubicBezTo>
                    <a:pt x="3038913" y="1042261"/>
                    <a:pt x="2971753" y="990600"/>
                    <a:pt x="2949797" y="976393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F4EDCA-C94C-A250-1F89-85DD6B2922E5}"/>
                </a:ext>
              </a:extLst>
            </p:cNvPr>
            <p:cNvSpPr txBox="1"/>
            <p:nvPr/>
          </p:nvSpPr>
          <p:spPr>
            <a:xfrm>
              <a:off x="3187840" y="3072556"/>
              <a:ext cx="2543671" cy="114020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How about using </a:t>
              </a:r>
              <a:r>
                <a:rPr lang="en-US" sz="2000" b="1" dirty="0" err="1">
                  <a:latin typeface="Playpen Sans" pitchFamily="2" charset="0"/>
                  <a:ea typeface="Playpen Sans" pitchFamily="2" charset="0"/>
                </a:rPr>
                <a:t>HTCondor</a:t>
              </a:r>
              <a:r>
                <a:rPr lang="en-US" sz="2000" b="1" dirty="0">
                  <a:latin typeface="Playpen Sans" pitchFamily="2" charset="0"/>
                  <a:ea typeface="Playpen Sans" pitchFamily="2" charset="0"/>
                </a:rPr>
                <a:t> </a:t>
              </a: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and the </a:t>
              </a:r>
              <a:r>
                <a:rPr lang="en-US" sz="2000" dirty="0" err="1">
                  <a:latin typeface="Playpen Sans" pitchFamily="2" charset="0"/>
                  <a:ea typeface="Playpen Sans" pitchFamily="2" charset="0"/>
                </a:rPr>
                <a:t>OSPool</a:t>
              </a: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 to process all your data?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920D5C5A-57D3-3465-45DE-8AAABF000A3D}"/>
              </a:ext>
            </a:extLst>
          </p:cNvPr>
          <p:cNvGrpSpPr/>
          <p:nvPr/>
        </p:nvGrpSpPr>
        <p:grpSpPr>
          <a:xfrm>
            <a:off x="3496773" y="3649545"/>
            <a:ext cx="3987333" cy="1433581"/>
            <a:chOff x="3496773" y="3649545"/>
            <a:chExt cx="3987333" cy="1433581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E9B6C44-6A62-202D-F95C-FC728242EAD4}"/>
                </a:ext>
              </a:extLst>
            </p:cNvPr>
            <p:cNvSpPr/>
            <p:nvPr/>
          </p:nvSpPr>
          <p:spPr bwMode="auto">
            <a:xfrm>
              <a:off x="3496773" y="3649545"/>
              <a:ext cx="3987333" cy="1433581"/>
            </a:xfrm>
            <a:custGeom>
              <a:avLst/>
              <a:gdLst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627681 w 3618854"/>
                <a:gd name="csY3" fmla="*/ 402956 h 1348352"/>
                <a:gd name="csX4" fmla="*/ 929898 w 3618854"/>
                <a:gd name="csY4" fmla="*/ 271220 h 1348352"/>
                <a:gd name="csX5" fmla="*/ 1270861 w 3618854"/>
                <a:gd name="csY5" fmla="*/ 147234 h 1348352"/>
                <a:gd name="csX6" fmla="*/ 1348353 w 3618854"/>
                <a:gd name="csY6" fmla="*/ 131735 h 1348352"/>
                <a:gd name="csX7" fmla="*/ 1480088 w 3618854"/>
                <a:gd name="csY7" fmla="*/ 92990 h 1348352"/>
                <a:gd name="csX8" fmla="*/ 1604075 w 3618854"/>
                <a:gd name="csY8" fmla="*/ 69742 h 1348352"/>
                <a:gd name="csX9" fmla="*/ 1720312 w 3618854"/>
                <a:gd name="csY9" fmla="*/ 38746 h 1348352"/>
                <a:gd name="csX10" fmla="*/ 2076773 w 3618854"/>
                <a:gd name="csY10" fmla="*/ 0 h 1348352"/>
                <a:gd name="csX11" fmla="*/ 2533973 w 3618854"/>
                <a:gd name="csY11" fmla="*/ 7749 h 1348352"/>
                <a:gd name="csX12" fmla="*/ 2797444 w 3618854"/>
                <a:gd name="csY12" fmla="*/ 85241 h 1348352"/>
                <a:gd name="csX13" fmla="*/ 2905932 w 3618854"/>
                <a:gd name="csY13" fmla="*/ 139485 h 1348352"/>
                <a:gd name="csX14" fmla="*/ 3014420 w 3618854"/>
                <a:gd name="csY14" fmla="*/ 178230 h 1348352"/>
                <a:gd name="csX15" fmla="*/ 3285641 w 3618854"/>
                <a:gd name="csY15" fmla="*/ 356461 h 1348352"/>
                <a:gd name="csX16" fmla="*/ 3440624 w 3618854"/>
                <a:gd name="csY16" fmla="*/ 472698 h 1348352"/>
                <a:gd name="csX17" fmla="*/ 3510366 w 3618854"/>
                <a:gd name="csY17" fmla="*/ 519193 h 1348352"/>
                <a:gd name="csX18" fmla="*/ 3556861 w 3618854"/>
                <a:gd name="csY18" fmla="*/ 581186 h 1348352"/>
                <a:gd name="csX19" fmla="*/ 3611105 w 3618854"/>
                <a:gd name="csY19" fmla="*/ 689674 h 1348352"/>
                <a:gd name="csX20" fmla="*/ 3618854 w 3618854"/>
                <a:gd name="csY20" fmla="*/ 751668 h 1348352"/>
                <a:gd name="csX21" fmla="*/ 3587858 w 3618854"/>
                <a:gd name="csY21" fmla="*/ 906651 h 1348352"/>
                <a:gd name="csX22" fmla="*/ 3448373 w 3618854"/>
                <a:gd name="csY22" fmla="*/ 1084881 h 1348352"/>
                <a:gd name="csX23" fmla="*/ 3316637 w 3618854"/>
                <a:gd name="csY23" fmla="*/ 1193369 h 1348352"/>
                <a:gd name="csX24" fmla="*/ 3215898 w 3618854"/>
                <a:gd name="csY24" fmla="*/ 1247613 h 1348352"/>
                <a:gd name="csX25" fmla="*/ 3037668 w 3618854"/>
                <a:gd name="csY25" fmla="*/ 1317356 h 1348352"/>
                <a:gd name="csX26" fmla="*/ 2836190 w 3618854"/>
                <a:gd name="csY26" fmla="*/ 1348352 h 1348352"/>
                <a:gd name="csX27" fmla="*/ 1309607 w 3618854"/>
                <a:gd name="csY27" fmla="*/ 1332854 h 1348352"/>
                <a:gd name="csX28" fmla="*/ 1170122 w 3618854"/>
                <a:gd name="csY28" fmla="*/ 1325105 h 1348352"/>
                <a:gd name="csX29" fmla="*/ 1046136 w 3618854"/>
                <a:gd name="csY29" fmla="*/ 1286359 h 1348352"/>
                <a:gd name="csX30" fmla="*/ 914400 w 3618854"/>
                <a:gd name="csY30" fmla="*/ 1263112 h 1348352"/>
                <a:gd name="csX31" fmla="*/ 596685 w 3618854"/>
                <a:gd name="csY31" fmla="*/ 1115878 h 1348352"/>
                <a:gd name="csX32" fmla="*/ 526942 w 3618854"/>
                <a:gd name="csY32" fmla="*/ 1030637 h 1348352"/>
                <a:gd name="csX33" fmla="*/ 457200 w 3618854"/>
                <a:gd name="csY33" fmla="*/ 960895 h 1348352"/>
                <a:gd name="csX34" fmla="*/ 410705 w 3618854"/>
                <a:gd name="csY34" fmla="*/ 891152 h 1348352"/>
                <a:gd name="csX35" fmla="*/ 379709 w 3618854"/>
                <a:gd name="csY35" fmla="*/ 852407 h 1348352"/>
                <a:gd name="csX36" fmla="*/ 371959 w 3618854"/>
                <a:gd name="csY36" fmla="*/ 829159 h 1348352"/>
                <a:gd name="csX37" fmla="*/ 356461 w 3618854"/>
                <a:gd name="csY37" fmla="*/ 798163 h 1348352"/>
                <a:gd name="csX38" fmla="*/ 356461 w 3618854"/>
                <a:gd name="csY38" fmla="*/ 782664 h 1348352"/>
                <a:gd name="csX39" fmla="*/ 0 w 3618854"/>
                <a:gd name="csY39" fmla="*/ 550190 h 1348352"/>
                <a:gd name="csX40" fmla="*/ 379709 w 3618854"/>
                <a:gd name="csY40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0 w 3618854"/>
                <a:gd name="csY38" fmla="*/ 550190 h 1348352"/>
                <a:gd name="csX39" fmla="*/ 379709 w 3618854"/>
                <a:gd name="csY39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0 w 3618854"/>
                <a:gd name="csY38" fmla="*/ 550190 h 1348352"/>
                <a:gd name="csX39" fmla="*/ 228331 w 3618854"/>
                <a:gd name="csY39" fmla="*/ 622838 h 1348352"/>
                <a:gd name="csX40" fmla="*/ 379709 w 3618854"/>
                <a:gd name="csY40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218806 w 3618854"/>
                <a:gd name="csY38" fmla="*/ 699038 h 1348352"/>
                <a:gd name="csX39" fmla="*/ 0 w 3618854"/>
                <a:gd name="csY39" fmla="*/ 550190 h 1348352"/>
                <a:gd name="csX40" fmla="*/ 228331 w 3618854"/>
                <a:gd name="csY40" fmla="*/ 622838 h 1348352"/>
                <a:gd name="csX41" fmla="*/ 379709 w 3618854"/>
                <a:gd name="csY41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174356 w 3618854"/>
                <a:gd name="csY38" fmla="*/ 743488 h 1348352"/>
                <a:gd name="csX39" fmla="*/ 0 w 3618854"/>
                <a:gd name="csY39" fmla="*/ 550190 h 1348352"/>
                <a:gd name="csX40" fmla="*/ 228331 w 3618854"/>
                <a:gd name="csY40" fmla="*/ 622838 h 1348352"/>
                <a:gd name="csX41" fmla="*/ 379709 w 3618854"/>
                <a:gd name="csY41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174356 w 3618854"/>
                <a:gd name="csY38" fmla="*/ 743488 h 1348352"/>
                <a:gd name="csX39" fmla="*/ 0 w 3618854"/>
                <a:gd name="csY39" fmla="*/ 550190 h 1348352"/>
                <a:gd name="csX40" fmla="*/ 212456 w 3618854"/>
                <a:gd name="csY40" fmla="*/ 673638 h 1348352"/>
                <a:gd name="csX41" fmla="*/ 379709 w 3618854"/>
                <a:gd name="csY41" fmla="*/ 666427 h 1348352"/>
                <a:gd name="csX0" fmla="*/ 379709 w 3618854"/>
                <a:gd name="csY0" fmla="*/ 666427 h 1348352"/>
                <a:gd name="csX1" fmla="*/ 379709 w 3618854"/>
                <a:gd name="csY1" fmla="*/ 666427 h 1348352"/>
                <a:gd name="csX2" fmla="*/ 604434 w 3618854"/>
                <a:gd name="csY2" fmla="*/ 418454 h 1348352"/>
                <a:gd name="csX3" fmla="*/ 929898 w 3618854"/>
                <a:gd name="csY3" fmla="*/ 271220 h 1348352"/>
                <a:gd name="csX4" fmla="*/ 1270861 w 3618854"/>
                <a:gd name="csY4" fmla="*/ 147234 h 1348352"/>
                <a:gd name="csX5" fmla="*/ 1348353 w 3618854"/>
                <a:gd name="csY5" fmla="*/ 131735 h 1348352"/>
                <a:gd name="csX6" fmla="*/ 1480088 w 3618854"/>
                <a:gd name="csY6" fmla="*/ 92990 h 1348352"/>
                <a:gd name="csX7" fmla="*/ 1604075 w 3618854"/>
                <a:gd name="csY7" fmla="*/ 69742 h 1348352"/>
                <a:gd name="csX8" fmla="*/ 1720312 w 3618854"/>
                <a:gd name="csY8" fmla="*/ 38746 h 1348352"/>
                <a:gd name="csX9" fmla="*/ 2076773 w 3618854"/>
                <a:gd name="csY9" fmla="*/ 0 h 1348352"/>
                <a:gd name="csX10" fmla="*/ 2533973 w 3618854"/>
                <a:gd name="csY10" fmla="*/ 7749 h 1348352"/>
                <a:gd name="csX11" fmla="*/ 2797444 w 3618854"/>
                <a:gd name="csY11" fmla="*/ 85241 h 1348352"/>
                <a:gd name="csX12" fmla="*/ 2905932 w 3618854"/>
                <a:gd name="csY12" fmla="*/ 139485 h 1348352"/>
                <a:gd name="csX13" fmla="*/ 3014420 w 3618854"/>
                <a:gd name="csY13" fmla="*/ 178230 h 1348352"/>
                <a:gd name="csX14" fmla="*/ 3285641 w 3618854"/>
                <a:gd name="csY14" fmla="*/ 356461 h 1348352"/>
                <a:gd name="csX15" fmla="*/ 3440624 w 3618854"/>
                <a:gd name="csY15" fmla="*/ 472698 h 1348352"/>
                <a:gd name="csX16" fmla="*/ 3510366 w 3618854"/>
                <a:gd name="csY16" fmla="*/ 519193 h 1348352"/>
                <a:gd name="csX17" fmla="*/ 3556861 w 3618854"/>
                <a:gd name="csY17" fmla="*/ 581186 h 1348352"/>
                <a:gd name="csX18" fmla="*/ 3611105 w 3618854"/>
                <a:gd name="csY18" fmla="*/ 689674 h 1348352"/>
                <a:gd name="csX19" fmla="*/ 3618854 w 3618854"/>
                <a:gd name="csY19" fmla="*/ 751668 h 1348352"/>
                <a:gd name="csX20" fmla="*/ 3587858 w 3618854"/>
                <a:gd name="csY20" fmla="*/ 906651 h 1348352"/>
                <a:gd name="csX21" fmla="*/ 3448373 w 3618854"/>
                <a:gd name="csY21" fmla="*/ 1084881 h 1348352"/>
                <a:gd name="csX22" fmla="*/ 3316637 w 3618854"/>
                <a:gd name="csY22" fmla="*/ 1193369 h 1348352"/>
                <a:gd name="csX23" fmla="*/ 3215898 w 3618854"/>
                <a:gd name="csY23" fmla="*/ 1247613 h 1348352"/>
                <a:gd name="csX24" fmla="*/ 3037668 w 3618854"/>
                <a:gd name="csY24" fmla="*/ 1317356 h 1348352"/>
                <a:gd name="csX25" fmla="*/ 2836190 w 3618854"/>
                <a:gd name="csY25" fmla="*/ 1348352 h 1348352"/>
                <a:gd name="csX26" fmla="*/ 1309607 w 3618854"/>
                <a:gd name="csY26" fmla="*/ 1332854 h 1348352"/>
                <a:gd name="csX27" fmla="*/ 1170122 w 3618854"/>
                <a:gd name="csY27" fmla="*/ 1325105 h 1348352"/>
                <a:gd name="csX28" fmla="*/ 1046136 w 3618854"/>
                <a:gd name="csY28" fmla="*/ 1286359 h 1348352"/>
                <a:gd name="csX29" fmla="*/ 914400 w 3618854"/>
                <a:gd name="csY29" fmla="*/ 1263112 h 1348352"/>
                <a:gd name="csX30" fmla="*/ 596685 w 3618854"/>
                <a:gd name="csY30" fmla="*/ 1115878 h 1348352"/>
                <a:gd name="csX31" fmla="*/ 526942 w 3618854"/>
                <a:gd name="csY31" fmla="*/ 1030637 h 1348352"/>
                <a:gd name="csX32" fmla="*/ 457200 w 3618854"/>
                <a:gd name="csY32" fmla="*/ 960895 h 1348352"/>
                <a:gd name="csX33" fmla="*/ 410705 w 3618854"/>
                <a:gd name="csY33" fmla="*/ 891152 h 1348352"/>
                <a:gd name="csX34" fmla="*/ 379709 w 3618854"/>
                <a:gd name="csY34" fmla="*/ 852407 h 1348352"/>
                <a:gd name="csX35" fmla="*/ 371959 w 3618854"/>
                <a:gd name="csY35" fmla="*/ 829159 h 1348352"/>
                <a:gd name="csX36" fmla="*/ 356461 w 3618854"/>
                <a:gd name="csY36" fmla="*/ 798163 h 1348352"/>
                <a:gd name="csX37" fmla="*/ 356461 w 3618854"/>
                <a:gd name="csY37" fmla="*/ 782664 h 1348352"/>
                <a:gd name="csX38" fmla="*/ 174356 w 3618854"/>
                <a:gd name="csY38" fmla="*/ 743488 h 1348352"/>
                <a:gd name="csX39" fmla="*/ 0 w 3618854"/>
                <a:gd name="csY39" fmla="*/ 550190 h 1348352"/>
                <a:gd name="csX40" fmla="*/ 212456 w 3618854"/>
                <a:gd name="csY40" fmla="*/ 673638 h 1348352"/>
                <a:gd name="csX41" fmla="*/ 379709 w 3618854"/>
                <a:gd name="csY41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79951 w 3619096"/>
                <a:gd name="csY34" fmla="*/ 852407 h 1348352"/>
                <a:gd name="csX35" fmla="*/ 372201 w 3619096"/>
                <a:gd name="csY35" fmla="*/ 829159 h 1348352"/>
                <a:gd name="csX36" fmla="*/ 356703 w 3619096"/>
                <a:gd name="csY36" fmla="*/ 798163 h 1348352"/>
                <a:gd name="csX37" fmla="*/ 356703 w 3619096"/>
                <a:gd name="csY37" fmla="*/ 782664 h 1348352"/>
                <a:gd name="csX38" fmla="*/ 174598 w 3619096"/>
                <a:gd name="csY38" fmla="*/ 743488 h 1348352"/>
                <a:gd name="csX39" fmla="*/ 242 w 3619096"/>
                <a:gd name="csY39" fmla="*/ 550190 h 1348352"/>
                <a:gd name="csX40" fmla="*/ 212698 w 3619096"/>
                <a:gd name="csY40" fmla="*/ 673638 h 1348352"/>
                <a:gd name="csX41" fmla="*/ 379951 w 3619096"/>
                <a:gd name="csY41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79951 w 3619096"/>
                <a:gd name="csY34" fmla="*/ 852407 h 1348352"/>
                <a:gd name="csX35" fmla="*/ 356703 w 3619096"/>
                <a:gd name="csY35" fmla="*/ 798163 h 1348352"/>
                <a:gd name="csX36" fmla="*/ 356703 w 3619096"/>
                <a:gd name="csY36" fmla="*/ 782664 h 1348352"/>
                <a:gd name="csX37" fmla="*/ 174598 w 3619096"/>
                <a:gd name="csY37" fmla="*/ 743488 h 1348352"/>
                <a:gd name="csX38" fmla="*/ 242 w 3619096"/>
                <a:gd name="csY38" fmla="*/ 550190 h 1348352"/>
                <a:gd name="csX39" fmla="*/ 212698 w 3619096"/>
                <a:gd name="csY39" fmla="*/ 673638 h 1348352"/>
                <a:gd name="csX40" fmla="*/ 379951 w 3619096"/>
                <a:gd name="csY40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356703 w 3619096"/>
                <a:gd name="csY35" fmla="*/ 782664 h 1348352"/>
                <a:gd name="csX36" fmla="*/ 174598 w 3619096"/>
                <a:gd name="csY36" fmla="*/ 743488 h 1348352"/>
                <a:gd name="csX37" fmla="*/ 242 w 3619096"/>
                <a:gd name="csY37" fmla="*/ 550190 h 1348352"/>
                <a:gd name="csX38" fmla="*/ 212698 w 3619096"/>
                <a:gd name="csY38" fmla="*/ 673638 h 1348352"/>
                <a:gd name="csX39" fmla="*/ 379951 w 3619096"/>
                <a:gd name="csY39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79951 w 3619096"/>
                <a:gd name="csY38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79951 w 3619096"/>
                <a:gd name="csY38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79951 w 3619096"/>
                <a:gd name="csY38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79951 w 3619096"/>
                <a:gd name="csY38" fmla="*/ 666427 h 1348352"/>
                <a:gd name="csX0" fmla="*/ 379951 w 3619096"/>
                <a:gd name="csY0" fmla="*/ 66642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79951 w 3619096"/>
                <a:gd name="csY38" fmla="*/ 666427 h 1348352"/>
                <a:gd name="csX0" fmla="*/ 367251 w 3619096"/>
                <a:gd name="csY0" fmla="*/ 68547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67251 w 3619096"/>
                <a:gd name="csY38" fmla="*/ 685477 h 1348352"/>
                <a:gd name="csX0" fmla="*/ 367251 w 3619096"/>
                <a:gd name="csY0" fmla="*/ 685477 h 1348352"/>
                <a:gd name="csX1" fmla="*/ 379951 w 3619096"/>
                <a:gd name="csY1" fmla="*/ 66642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67251 w 3619096"/>
                <a:gd name="csY38" fmla="*/ 685477 h 1348352"/>
                <a:gd name="csX0" fmla="*/ 367251 w 3619096"/>
                <a:gd name="csY0" fmla="*/ 685477 h 1348352"/>
                <a:gd name="csX1" fmla="*/ 465676 w 3619096"/>
                <a:gd name="csY1" fmla="*/ 5838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38" fmla="*/ 367251 w 3619096"/>
                <a:gd name="csY38" fmla="*/ 685477 h 1348352"/>
                <a:gd name="csX0" fmla="*/ 212698 w 3619096"/>
                <a:gd name="csY0" fmla="*/ 673638 h 1348352"/>
                <a:gd name="csX1" fmla="*/ 465676 w 3619096"/>
                <a:gd name="csY1" fmla="*/ 5838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92651 w 3619096"/>
                <a:gd name="csY1" fmla="*/ 6727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92651 w 3619096"/>
                <a:gd name="csY1" fmla="*/ 6727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930140 w 3619096"/>
                <a:gd name="csY3" fmla="*/ 271220 h 1348352"/>
                <a:gd name="csX4" fmla="*/ 1271103 w 3619096"/>
                <a:gd name="csY4" fmla="*/ 147234 h 1348352"/>
                <a:gd name="csX5" fmla="*/ 1348595 w 3619096"/>
                <a:gd name="csY5" fmla="*/ 131735 h 1348352"/>
                <a:gd name="csX6" fmla="*/ 1480330 w 3619096"/>
                <a:gd name="csY6" fmla="*/ 92990 h 1348352"/>
                <a:gd name="csX7" fmla="*/ 1604317 w 3619096"/>
                <a:gd name="csY7" fmla="*/ 69742 h 1348352"/>
                <a:gd name="csX8" fmla="*/ 1720554 w 3619096"/>
                <a:gd name="csY8" fmla="*/ 38746 h 1348352"/>
                <a:gd name="csX9" fmla="*/ 2077015 w 3619096"/>
                <a:gd name="csY9" fmla="*/ 0 h 1348352"/>
                <a:gd name="csX10" fmla="*/ 2534215 w 3619096"/>
                <a:gd name="csY10" fmla="*/ 7749 h 1348352"/>
                <a:gd name="csX11" fmla="*/ 2797686 w 3619096"/>
                <a:gd name="csY11" fmla="*/ 85241 h 1348352"/>
                <a:gd name="csX12" fmla="*/ 2906174 w 3619096"/>
                <a:gd name="csY12" fmla="*/ 139485 h 1348352"/>
                <a:gd name="csX13" fmla="*/ 3014662 w 3619096"/>
                <a:gd name="csY13" fmla="*/ 178230 h 1348352"/>
                <a:gd name="csX14" fmla="*/ 3285883 w 3619096"/>
                <a:gd name="csY14" fmla="*/ 356461 h 1348352"/>
                <a:gd name="csX15" fmla="*/ 3440866 w 3619096"/>
                <a:gd name="csY15" fmla="*/ 472698 h 1348352"/>
                <a:gd name="csX16" fmla="*/ 3510608 w 3619096"/>
                <a:gd name="csY16" fmla="*/ 519193 h 1348352"/>
                <a:gd name="csX17" fmla="*/ 3557103 w 3619096"/>
                <a:gd name="csY17" fmla="*/ 581186 h 1348352"/>
                <a:gd name="csX18" fmla="*/ 3611347 w 3619096"/>
                <a:gd name="csY18" fmla="*/ 689674 h 1348352"/>
                <a:gd name="csX19" fmla="*/ 3619096 w 3619096"/>
                <a:gd name="csY19" fmla="*/ 751668 h 1348352"/>
                <a:gd name="csX20" fmla="*/ 3588100 w 3619096"/>
                <a:gd name="csY20" fmla="*/ 906651 h 1348352"/>
                <a:gd name="csX21" fmla="*/ 3448615 w 3619096"/>
                <a:gd name="csY21" fmla="*/ 1084881 h 1348352"/>
                <a:gd name="csX22" fmla="*/ 3316879 w 3619096"/>
                <a:gd name="csY22" fmla="*/ 1193369 h 1348352"/>
                <a:gd name="csX23" fmla="*/ 3216140 w 3619096"/>
                <a:gd name="csY23" fmla="*/ 1247613 h 1348352"/>
                <a:gd name="csX24" fmla="*/ 3037910 w 3619096"/>
                <a:gd name="csY24" fmla="*/ 1317356 h 1348352"/>
                <a:gd name="csX25" fmla="*/ 2836432 w 3619096"/>
                <a:gd name="csY25" fmla="*/ 1348352 h 1348352"/>
                <a:gd name="csX26" fmla="*/ 1309849 w 3619096"/>
                <a:gd name="csY26" fmla="*/ 1332854 h 1348352"/>
                <a:gd name="csX27" fmla="*/ 1170364 w 3619096"/>
                <a:gd name="csY27" fmla="*/ 1325105 h 1348352"/>
                <a:gd name="csX28" fmla="*/ 1046378 w 3619096"/>
                <a:gd name="csY28" fmla="*/ 1286359 h 1348352"/>
                <a:gd name="csX29" fmla="*/ 914642 w 3619096"/>
                <a:gd name="csY29" fmla="*/ 1263112 h 1348352"/>
                <a:gd name="csX30" fmla="*/ 596927 w 3619096"/>
                <a:gd name="csY30" fmla="*/ 1115878 h 1348352"/>
                <a:gd name="csX31" fmla="*/ 527184 w 3619096"/>
                <a:gd name="csY31" fmla="*/ 1030637 h 1348352"/>
                <a:gd name="csX32" fmla="*/ 457442 w 3619096"/>
                <a:gd name="csY32" fmla="*/ 960895 h 1348352"/>
                <a:gd name="csX33" fmla="*/ 410947 w 3619096"/>
                <a:gd name="csY33" fmla="*/ 891152 h 1348352"/>
                <a:gd name="csX34" fmla="*/ 356703 w 3619096"/>
                <a:gd name="csY34" fmla="*/ 798163 h 1348352"/>
                <a:gd name="csX35" fmla="*/ 174598 w 3619096"/>
                <a:gd name="csY35" fmla="*/ 743488 h 1348352"/>
                <a:gd name="csX36" fmla="*/ 242 w 3619096"/>
                <a:gd name="csY36" fmla="*/ 550190 h 1348352"/>
                <a:gd name="csX37" fmla="*/ 212698 w 3619096"/>
                <a:gd name="csY37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271103 w 3619096"/>
                <a:gd name="csY3" fmla="*/ 147234 h 1348352"/>
                <a:gd name="csX4" fmla="*/ 1348595 w 3619096"/>
                <a:gd name="csY4" fmla="*/ 131735 h 1348352"/>
                <a:gd name="csX5" fmla="*/ 1480330 w 3619096"/>
                <a:gd name="csY5" fmla="*/ 92990 h 1348352"/>
                <a:gd name="csX6" fmla="*/ 1604317 w 3619096"/>
                <a:gd name="csY6" fmla="*/ 69742 h 1348352"/>
                <a:gd name="csX7" fmla="*/ 1720554 w 3619096"/>
                <a:gd name="csY7" fmla="*/ 38746 h 1348352"/>
                <a:gd name="csX8" fmla="*/ 2077015 w 3619096"/>
                <a:gd name="csY8" fmla="*/ 0 h 1348352"/>
                <a:gd name="csX9" fmla="*/ 2534215 w 3619096"/>
                <a:gd name="csY9" fmla="*/ 7749 h 1348352"/>
                <a:gd name="csX10" fmla="*/ 2797686 w 3619096"/>
                <a:gd name="csY10" fmla="*/ 85241 h 1348352"/>
                <a:gd name="csX11" fmla="*/ 2906174 w 3619096"/>
                <a:gd name="csY11" fmla="*/ 139485 h 1348352"/>
                <a:gd name="csX12" fmla="*/ 3014662 w 3619096"/>
                <a:gd name="csY12" fmla="*/ 178230 h 1348352"/>
                <a:gd name="csX13" fmla="*/ 3285883 w 3619096"/>
                <a:gd name="csY13" fmla="*/ 356461 h 1348352"/>
                <a:gd name="csX14" fmla="*/ 3440866 w 3619096"/>
                <a:gd name="csY14" fmla="*/ 472698 h 1348352"/>
                <a:gd name="csX15" fmla="*/ 3510608 w 3619096"/>
                <a:gd name="csY15" fmla="*/ 519193 h 1348352"/>
                <a:gd name="csX16" fmla="*/ 3557103 w 3619096"/>
                <a:gd name="csY16" fmla="*/ 581186 h 1348352"/>
                <a:gd name="csX17" fmla="*/ 3611347 w 3619096"/>
                <a:gd name="csY17" fmla="*/ 689674 h 1348352"/>
                <a:gd name="csX18" fmla="*/ 3619096 w 3619096"/>
                <a:gd name="csY18" fmla="*/ 751668 h 1348352"/>
                <a:gd name="csX19" fmla="*/ 3588100 w 3619096"/>
                <a:gd name="csY19" fmla="*/ 906651 h 1348352"/>
                <a:gd name="csX20" fmla="*/ 3448615 w 3619096"/>
                <a:gd name="csY20" fmla="*/ 1084881 h 1348352"/>
                <a:gd name="csX21" fmla="*/ 3316879 w 3619096"/>
                <a:gd name="csY21" fmla="*/ 1193369 h 1348352"/>
                <a:gd name="csX22" fmla="*/ 3216140 w 3619096"/>
                <a:gd name="csY22" fmla="*/ 1247613 h 1348352"/>
                <a:gd name="csX23" fmla="*/ 3037910 w 3619096"/>
                <a:gd name="csY23" fmla="*/ 1317356 h 1348352"/>
                <a:gd name="csX24" fmla="*/ 2836432 w 3619096"/>
                <a:gd name="csY24" fmla="*/ 1348352 h 1348352"/>
                <a:gd name="csX25" fmla="*/ 1309849 w 3619096"/>
                <a:gd name="csY25" fmla="*/ 1332854 h 1348352"/>
                <a:gd name="csX26" fmla="*/ 1170364 w 3619096"/>
                <a:gd name="csY26" fmla="*/ 1325105 h 1348352"/>
                <a:gd name="csX27" fmla="*/ 1046378 w 3619096"/>
                <a:gd name="csY27" fmla="*/ 1286359 h 1348352"/>
                <a:gd name="csX28" fmla="*/ 914642 w 3619096"/>
                <a:gd name="csY28" fmla="*/ 1263112 h 1348352"/>
                <a:gd name="csX29" fmla="*/ 596927 w 3619096"/>
                <a:gd name="csY29" fmla="*/ 1115878 h 1348352"/>
                <a:gd name="csX30" fmla="*/ 527184 w 3619096"/>
                <a:gd name="csY30" fmla="*/ 1030637 h 1348352"/>
                <a:gd name="csX31" fmla="*/ 457442 w 3619096"/>
                <a:gd name="csY31" fmla="*/ 960895 h 1348352"/>
                <a:gd name="csX32" fmla="*/ 410947 w 3619096"/>
                <a:gd name="csY32" fmla="*/ 891152 h 1348352"/>
                <a:gd name="csX33" fmla="*/ 356703 w 3619096"/>
                <a:gd name="csY33" fmla="*/ 798163 h 1348352"/>
                <a:gd name="csX34" fmla="*/ 174598 w 3619096"/>
                <a:gd name="csY34" fmla="*/ 743488 h 1348352"/>
                <a:gd name="csX35" fmla="*/ 242 w 3619096"/>
                <a:gd name="csY35" fmla="*/ 550190 h 1348352"/>
                <a:gd name="csX36" fmla="*/ 212698 w 3619096"/>
                <a:gd name="csY36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271103 w 3619096"/>
                <a:gd name="csY3" fmla="*/ 147234 h 1348352"/>
                <a:gd name="csX4" fmla="*/ 1348595 w 3619096"/>
                <a:gd name="csY4" fmla="*/ 131735 h 1348352"/>
                <a:gd name="csX5" fmla="*/ 1604317 w 3619096"/>
                <a:gd name="csY5" fmla="*/ 69742 h 1348352"/>
                <a:gd name="csX6" fmla="*/ 1720554 w 3619096"/>
                <a:gd name="csY6" fmla="*/ 38746 h 1348352"/>
                <a:gd name="csX7" fmla="*/ 2077015 w 3619096"/>
                <a:gd name="csY7" fmla="*/ 0 h 1348352"/>
                <a:gd name="csX8" fmla="*/ 2534215 w 3619096"/>
                <a:gd name="csY8" fmla="*/ 7749 h 1348352"/>
                <a:gd name="csX9" fmla="*/ 2797686 w 3619096"/>
                <a:gd name="csY9" fmla="*/ 85241 h 1348352"/>
                <a:gd name="csX10" fmla="*/ 2906174 w 3619096"/>
                <a:gd name="csY10" fmla="*/ 139485 h 1348352"/>
                <a:gd name="csX11" fmla="*/ 3014662 w 3619096"/>
                <a:gd name="csY11" fmla="*/ 178230 h 1348352"/>
                <a:gd name="csX12" fmla="*/ 3285883 w 3619096"/>
                <a:gd name="csY12" fmla="*/ 356461 h 1348352"/>
                <a:gd name="csX13" fmla="*/ 3440866 w 3619096"/>
                <a:gd name="csY13" fmla="*/ 472698 h 1348352"/>
                <a:gd name="csX14" fmla="*/ 3510608 w 3619096"/>
                <a:gd name="csY14" fmla="*/ 519193 h 1348352"/>
                <a:gd name="csX15" fmla="*/ 3557103 w 3619096"/>
                <a:gd name="csY15" fmla="*/ 581186 h 1348352"/>
                <a:gd name="csX16" fmla="*/ 3611347 w 3619096"/>
                <a:gd name="csY16" fmla="*/ 689674 h 1348352"/>
                <a:gd name="csX17" fmla="*/ 3619096 w 3619096"/>
                <a:gd name="csY17" fmla="*/ 751668 h 1348352"/>
                <a:gd name="csX18" fmla="*/ 3588100 w 3619096"/>
                <a:gd name="csY18" fmla="*/ 906651 h 1348352"/>
                <a:gd name="csX19" fmla="*/ 3448615 w 3619096"/>
                <a:gd name="csY19" fmla="*/ 1084881 h 1348352"/>
                <a:gd name="csX20" fmla="*/ 3316879 w 3619096"/>
                <a:gd name="csY20" fmla="*/ 1193369 h 1348352"/>
                <a:gd name="csX21" fmla="*/ 3216140 w 3619096"/>
                <a:gd name="csY21" fmla="*/ 1247613 h 1348352"/>
                <a:gd name="csX22" fmla="*/ 3037910 w 3619096"/>
                <a:gd name="csY22" fmla="*/ 1317356 h 1348352"/>
                <a:gd name="csX23" fmla="*/ 2836432 w 3619096"/>
                <a:gd name="csY23" fmla="*/ 1348352 h 1348352"/>
                <a:gd name="csX24" fmla="*/ 1309849 w 3619096"/>
                <a:gd name="csY24" fmla="*/ 1332854 h 1348352"/>
                <a:gd name="csX25" fmla="*/ 1170364 w 3619096"/>
                <a:gd name="csY25" fmla="*/ 1325105 h 1348352"/>
                <a:gd name="csX26" fmla="*/ 1046378 w 3619096"/>
                <a:gd name="csY26" fmla="*/ 1286359 h 1348352"/>
                <a:gd name="csX27" fmla="*/ 914642 w 3619096"/>
                <a:gd name="csY27" fmla="*/ 1263112 h 1348352"/>
                <a:gd name="csX28" fmla="*/ 596927 w 3619096"/>
                <a:gd name="csY28" fmla="*/ 1115878 h 1348352"/>
                <a:gd name="csX29" fmla="*/ 527184 w 3619096"/>
                <a:gd name="csY29" fmla="*/ 1030637 h 1348352"/>
                <a:gd name="csX30" fmla="*/ 457442 w 3619096"/>
                <a:gd name="csY30" fmla="*/ 960895 h 1348352"/>
                <a:gd name="csX31" fmla="*/ 410947 w 3619096"/>
                <a:gd name="csY31" fmla="*/ 891152 h 1348352"/>
                <a:gd name="csX32" fmla="*/ 356703 w 3619096"/>
                <a:gd name="csY32" fmla="*/ 798163 h 1348352"/>
                <a:gd name="csX33" fmla="*/ 174598 w 3619096"/>
                <a:gd name="csY33" fmla="*/ 743488 h 1348352"/>
                <a:gd name="csX34" fmla="*/ 242 w 3619096"/>
                <a:gd name="csY34" fmla="*/ 550190 h 1348352"/>
                <a:gd name="csX35" fmla="*/ 212698 w 3619096"/>
                <a:gd name="csY35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271103 w 3619096"/>
                <a:gd name="csY3" fmla="*/ 147234 h 1348352"/>
                <a:gd name="csX4" fmla="*/ 1604317 w 3619096"/>
                <a:gd name="csY4" fmla="*/ 69742 h 1348352"/>
                <a:gd name="csX5" fmla="*/ 1720554 w 3619096"/>
                <a:gd name="csY5" fmla="*/ 38746 h 1348352"/>
                <a:gd name="csX6" fmla="*/ 2077015 w 3619096"/>
                <a:gd name="csY6" fmla="*/ 0 h 1348352"/>
                <a:gd name="csX7" fmla="*/ 2534215 w 3619096"/>
                <a:gd name="csY7" fmla="*/ 7749 h 1348352"/>
                <a:gd name="csX8" fmla="*/ 2797686 w 3619096"/>
                <a:gd name="csY8" fmla="*/ 85241 h 1348352"/>
                <a:gd name="csX9" fmla="*/ 2906174 w 3619096"/>
                <a:gd name="csY9" fmla="*/ 139485 h 1348352"/>
                <a:gd name="csX10" fmla="*/ 3014662 w 3619096"/>
                <a:gd name="csY10" fmla="*/ 178230 h 1348352"/>
                <a:gd name="csX11" fmla="*/ 3285883 w 3619096"/>
                <a:gd name="csY11" fmla="*/ 356461 h 1348352"/>
                <a:gd name="csX12" fmla="*/ 3440866 w 3619096"/>
                <a:gd name="csY12" fmla="*/ 472698 h 1348352"/>
                <a:gd name="csX13" fmla="*/ 3510608 w 3619096"/>
                <a:gd name="csY13" fmla="*/ 519193 h 1348352"/>
                <a:gd name="csX14" fmla="*/ 3557103 w 3619096"/>
                <a:gd name="csY14" fmla="*/ 581186 h 1348352"/>
                <a:gd name="csX15" fmla="*/ 3611347 w 3619096"/>
                <a:gd name="csY15" fmla="*/ 689674 h 1348352"/>
                <a:gd name="csX16" fmla="*/ 3619096 w 3619096"/>
                <a:gd name="csY16" fmla="*/ 751668 h 1348352"/>
                <a:gd name="csX17" fmla="*/ 3588100 w 3619096"/>
                <a:gd name="csY17" fmla="*/ 906651 h 1348352"/>
                <a:gd name="csX18" fmla="*/ 3448615 w 3619096"/>
                <a:gd name="csY18" fmla="*/ 1084881 h 1348352"/>
                <a:gd name="csX19" fmla="*/ 3316879 w 3619096"/>
                <a:gd name="csY19" fmla="*/ 1193369 h 1348352"/>
                <a:gd name="csX20" fmla="*/ 3216140 w 3619096"/>
                <a:gd name="csY20" fmla="*/ 1247613 h 1348352"/>
                <a:gd name="csX21" fmla="*/ 3037910 w 3619096"/>
                <a:gd name="csY21" fmla="*/ 1317356 h 1348352"/>
                <a:gd name="csX22" fmla="*/ 2836432 w 3619096"/>
                <a:gd name="csY22" fmla="*/ 1348352 h 1348352"/>
                <a:gd name="csX23" fmla="*/ 1309849 w 3619096"/>
                <a:gd name="csY23" fmla="*/ 1332854 h 1348352"/>
                <a:gd name="csX24" fmla="*/ 1170364 w 3619096"/>
                <a:gd name="csY24" fmla="*/ 1325105 h 1348352"/>
                <a:gd name="csX25" fmla="*/ 1046378 w 3619096"/>
                <a:gd name="csY25" fmla="*/ 1286359 h 1348352"/>
                <a:gd name="csX26" fmla="*/ 914642 w 3619096"/>
                <a:gd name="csY26" fmla="*/ 1263112 h 1348352"/>
                <a:gd name="csX27" fmla="*/ 596927 w 3619096"/>
                <a:gd name="csY27" fmla="*/ 1115878 h 1348352"/>
                <a:gd name="csX28" fmla="*/ 527184 w 3619096"/>
                <a:gd name="csY28" fmla="*/ 1030637 h 1348352"/>
                <a:gd name="csX29" fmla="*/ 457442 w 3619096"/>
                <a:gd name="csY29" fmla="*/ 960895 h 1348352"/>
                <a:gd name="csX30" fmla="*/ 410947 w 3619096"/>
                <a:gd name="csY30" fmla="*/ 891152 h 1348352"/>
                <a:gd name="csX31" fmla="*/ 356703 w 3619096"/>
                <a:gd name="csY31" fmla="*/ 798163 h 1348352"/>
                <a:gd name="csX32" fmla="*/ 174598 w 3619096"/>
                <a:gd name="csY32" fmla="*/ 743488 h 1348352"/>
                <a:gd name="csX33" fmla="*/ 242 w 3619096"/>
                <a:gd name="csY33" fmla="*/ 550190 h 1348352"/>
                <a:gd name="csX34" fmla="*/ 212698 w 3619096"/>
                <a:gd name="csY34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604317 w 3619096"/>
                <a:gd name="csY3" fmla="*/ 69742 h 1348352"/>
                <a:gd name="csX4" fmla="*/ 1720554 w 3619096"/>
                <a:gd name="csY4" fmla="*/ 38746 h 1348352"/>
                <a:gd name="csX5" fmla="*/ 2077015 w 3619096"/>
                <a:gd name="csY5" fmla="*/ 0 h 1348352"/>
                <a:gd name="csX6" fmla="*/ 2534215 w 3619096"/>
                <a:gd name="csY6" fmla="*/ 7749 h 1348352"/>
                <a:gd name="csX7" fmla="*/ 2797686 w 3619096"/>
                <a:gd name="csY7" fmla="*/ 85241 h 1348352"/>
                <a:gd name="csX8" fmla="*/ 2906174 w 3619096"/>
                <a:gd name="csY8" fmla="*/ 139485 h 1348352"/>
                <a:gd name="csX9" fmla="*/ 3014662 w 3619096"/>
                <a:gd name="csY9" fmla="*/ 178230 h 1348352"/>
                <a:gd name="csX10" fmla="*/ 3285883 w 3619096"/>
                <a:gd name="csY10" fmla="*/ 356461 h 1348352"/>
                <a:gd name="csX11" fmla="*/ 3440866 w 3619096"/>
                <a:gd name="csY11" fmla="*/ 472698 h 1348352"/>
                <a:gd name="csX12" fmla="*/ 3510608 w 3619096"/>
                <a:gd name="csY12" fmla="*/ 519193 h 1348352"/>
                <a:gd name="csX13" fmla="*/ 3557103 w 3619096"/>
                <a:gd name="csY13" fmla="*/ 581186 h 1348352"/>
                <a:gd name="csX14" fmla="*/ 3611347 w 3619096"/>
                <a:gd name="csY14" fmla="*/ 689674 h 1348352"/>
                <a:gd name="csX15" fmla="*/ 3619096 w 3619096"/>
                <a:gd name="csY15" fmla="*/ 751668 h 1348352"/>
                <a:gd name="csX16" fmla="*/ 3588100 w 3619096"/>
                <a:gd name="csY16" fmla="*/ 906651 h 1348352"/>
                <a:gd name="csX17" fmla="*/ 3448615 w 3619096"/>
                <a:gd name="csY17" fmla="*/ 1084881 h 1348352"/>
                <a:gd name="csX18" fmla="*/ 3316879 w 3619096"/>
                <a:gd name="csY18" fmla="*/ 1193369 h 1348352"/>
                <a:gd name="csX19" fmla="*/ 3216140 w 3619096"/>
                <a:gd name="csY19" fmla="*/ 1247613 h 1348352"/>
                <a:gd name="csX20" fmla="*/ 3037910 w 3619096"/>
                <a:gd name="csY20" fmla="*/ 1317356 h 1348352"/>
                <a:gd name="csX21" fmla="*/ 2836432 w 3619096"/>
                <a:gd name="csY21" fmla="*/ 1348352 h 1348352"/>
                <a:gd name="csX22" fmla="*/ 1309849 w 3619096"/>
                <a:gd name="csY22" fmla="*/ 1332854 h 1348352"/>
                <a:gd name="csX23" fmla="*/ 1170364 w 3619096"/>
                <a:gd name="csY23" fmla="*/ 1325105 h 1348352"/>
                <a:gd name="csX24" fmla="*/ 1046378 w 3619096"/>
                <a:gd name="csY24" fmla="*/ 1286359 h 1348352"/>
                <a:gd name="csX25" fmla="*/ 914642 w 3619096"/>
                <a:gd name="csY25" fmla="*/ 1263112 h 1348352"/>
                <a:gd name="csX26" fmla="*/ 596927 w 3619096"/>
                <a:gd name="csY26" fmla="*/ 1115878 h 1348352"/>
                <a:gd name="csX27" fmla="*/ 527184 w 3619096"/>
                <a:gd name="csY27" fmla="*/ 1030637 h 1348352"/>
                <a:gd name="csX28" fmla="*/ 457442 w 3619096"/>
                <a:gd name="csY28" fmla="*/ 960895 h 1348352"/>
                <a:gd name="csX29" fmla="*/ 410947 w 3619096"/>
                <a:gd name="csY29" fmla="*/ 891152 h 1348352"/>
                <a:gd name="csX30" fmla="*/ 356703 w 3619096"/>
                <a:gd name="csY30" fmla="*/ 798163 h 1348352"/>
                <a:gd name="csX31" fmla="*/ 174598 w 3619096"/>
                <a:gd name="csY31" fmla="*/ 743488 h 1348352"/>
                <a:gd name="csX32" fmla="*/ 242 w 3619096"/>
                <a:gd name="csY32" fmla="*/ 550190 h 1348352"/>
                <a:gd name="csX33" fmla="*/ 212698 w 3619096"/>
                <a:gd name="csY33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156642 w 3619096"/>
                <a:gd name="csY3" fmla="*/ 117367 h 1348352"/>
                <a:gd name="csX4" fmla="*/ 1720554 w 3619096"/>
                <a:gd name="csY4" fmla="*/ 38746 h 1348352"/>
                <a:gd name="csX5" fmla="*/ 2077015 w 3619096"/>
                <a:gd name="csY5" fmla="*/ 0 h 1348352"/>
                <a:gd name="csX6" fmla="*/ 2534215 w 3619096"/>
                <a:gd name="csY6" fmla="*/ 7749 h 1348352"/>
                <a:gd name="csX7" fmla="*/ 2797686 w 3619096"/>
                <a:gd name="csY7" fmla="*/ 85241 h 1348352"/>
                <a:gd name="csX8" fmla="*/ 2906174 w 3619096"/>
                <a:gd name="csY8" fmla="*/ 139485 h 1348352"/>
                <a:gd name="csX9" fmla="*/ 3014662 w 3619096"/>
                <a:gd name="csY9" fmla="*/ 178230 h 1348352"/>
                <a:gd name="csX10" fmla="*/ 3285883 w 3619096"/>
                <a:gd name="csY10" fmla="*/ 356461 h 1348352"/>
                <a:gd name="csX11" fmla="*/ 3440866 w 3619096"/>
                <a:gd name="csY11" fmla="*/ 472698 h 1348352"/>
                <a:gd name="csX12" fmla="*/ 3510608 w 3619096"/>
                <a:gd name="csY12" fmla="*/ 519193 h 1348352"/>
                <a:gd name="csX13" fmla="*/ 3557103 w 3619096"/>
                <a:gd name="csY13" fmla="*/ 581186 h 1348352"/>
                <a:gd name="csX14" fmla="*/ 3611347 w 3619096"/>
                <a:gd name="csY14" fmla="*/ 689674 h 1348352"/>
                <a:gd name="csX15" fmla="*/ 3619096 w 3619096"/>
                <a:gd name="csY15" fmla="*/ 751668 h 1348352"/>
                <a:gd name="csX16" fmla="*/ 3588100 w 3619096"/>
                <a:gd name="csY16" fmla="*/ 906651 h 1348352"/>
                <a:gd name="csX17" fmla="*/ 3448615 w 3619096"/>
                <a:gd name="csY17" fmla="*/ 1084881 h 1348352"/>
                <a:gd name="csX18" fmla="*/ 3316879 w 3619096"/>
                <a:gd name="csY18" fmla="*/ 1193369 h 1348352"/>
                <a:gd name="csX19" fmla="*/ 3216140 w 3619096"/>
                <a:gd name="csY19" fmla="*/ 1247613 h 1348352"/>
                <a:gd name="csX20" fmla="*/ 3037910 w 3619096"/>
                <a:gd name="csY20" fmla="*/ 1317356 h 1348352"/>
                <a:gd name="csX21" fmla="*/ 2836432 w 3619096"/>
                <a:gd name="csY21" fmla="*/ 1348352 h 1348352"/>
                <a:gd name="csX22" fmla="*/ 1309849 w 3619096"/>
                <a:gd name="csY22" fmla="*/ 1332854 h 1348352"/>
                <a:gd name="csX23" fmla="*/ 1170364 w 3619096"/>
                <a:gd name="csY23" fmla="*/ 1325105 h 1348352"/>
                <a:gd name="csX24" fmla="*/ 1046378 w 3619096"/>
                <a:gd name="csY24" fmla="*/ 1286359 h 1348352"/>
                <a:gd name="csX25" fmla="*/ 914642 w 3619096"/>
                <a:gd name="csY25" fmla="*/ 1263112 h 1348352"/>
                <a:gd name="csX26" fmla="*/ 596927 w 3619096"/>
                <a:gd name="csY26" fmla="*/ 1115878 h 1348352"/>
                <a:gd name="csX27" fmla="*/ 527184 w 3619096"/>
                <a:gd name="csY27" fmla="*/ 1030637 h 1348352"/>
                <a:gd name="csX28" fmla="*/ 457442 w 3619096"/>
                <a:gd name="csY28" fmla="*/ 960895 h 1348352"/>
                <a:gd name="csX29" fmla="*/ 410947 w 3619096"/>
                <a:gd name="csY29" fmla="*/ 891152 h 1348352"/>
                <a:gd name="csX30" fmla="*/ 356703 w 3619096"/>
                <a:gd name="csY30" fmla="*/ 798163 h 1348352"/>
                <a:gd name="csX31" fmla="*/ 174598 w 3619096"/>
                <a:gd name="csY31" fmla="*/ 743488 h 1348352"/>
                <a:gd name="csX32" fmla="*/ 242 w 3619096"/>
                <a:gd name="csY32" fmla="*/ 550190 h 1348352"/>
                <a:gd name="csX33" fmla="*/ 212698 w 3619096"/>
                <a:gd name="csY33" fmla="*/ 673638 h 1348352"/>
                <a:gd name="csX0" fmla="*/ 212698 w 3619096"/>
                <a:gd name="csY0" fmla="*/ 673638 h 1348352"/>
                <a:gd name="csX1" fmla="*/ 354551 w 3619096"/>
                <a:gd name="csY1" fmla="*/ 698177 h 1348352"/>
                <a:gd name="csX2" fmla="*/ 604676 w 3619096"/>
                <a:gd name="csY2" fmla="*/ 418454 h 1348352"/>
                <a:gd name="csX3" fmla="*/ 1178867 w 3619096"/>
                <a:gd name="csY3" fmla="*/ 117367 h 1348352"/>
                <a:gd name="csX4" fmla="*/ 1720554 w 3619096"/>
                <a:gd name="csY4" fmla="*/ 38746 h 1348352"/>
                <a:gd name="csX5" fmla="*/ 2077015 w 3619096"/>
                <a:gd name="csY5" fmla="*/ 0 h 1348352"/>
                <a:gd name="csX6" fmla="*/ 2534215 w 3619096"/>
                <a:gd name="csY6" fmla="*/ 7749 h 1348352"/>
                <a:gd name="csX7" fmla="*/ 2797686 w 3619096"/>
                <a:gd name="csY7" fmla="*/ 85241 h 1348352"/>
                <a:gd name="csX8" fmla="*/ 2906174 w 3619096"/>
                <a:gd name="csY8" fmla="*/ 139485 h 1348352"/>
                <a:gd name="csX9" fmla="*/ 3014662 w 3619096"/>
                <a:gd name="csY9" fmla="*/ 178230 h 1348352"/>
                <a:gd name="csX10" fmla="*/ 3285883 w 3619096"/>
                <a:gd name="csY10" fmla="*/ 356461 h 1348352"/>
                <a:gd name="csX11" fmla="*/ 3440866 w 3619096"/>
                <a:gd name="csY11" fmla="*/ 472698 h 1348352"/>
                <a:gd name="csX12" fmla="*/ 3510608 w 3619096"/>
                <a:gd name="csY12" fmla="*/ 519193 h 1348352"/>
                <a:gd name="csX13" fmla="*/ 3557103 w 3619096"/>
                <a:gd name="csY13" fmla="*/ 581186 h 1348352"/>
                <a:gd name="csX14" fmla="*/ 3611347 w 3619096"/>
                <a:gd name="csY14" fmla="*/ 689674 h 1348352"/>
                <a:gd name="csX15" fmla="*/ 3619096 w 3619096"/>
                <a:gd name="csY15" fmla="*/ 751668 h 1348352"/>
                <a:gd name="csX16" fmla="*/ 3588100 w 3619096"/>
                <a:gd name="csY16" fmla="*/ 906651 h 1348352"/>
                <a:gd name="csX17" fmla="*/ 3448615 w 3619096"/>
                <a:gd name="csY17" fmla="*/ 1084881 h 1348352"/>
                <a:gd name="csX18" fmla="*/ 3316879 w 3619096"/>
                <a:gd name="csY18" fmla="*/ 1193369 h 1348352"/>
                <a:gd name="csX19" fmla="*/ 3216140 w 3619096"/>
                <a:gd name="csY19" fmla="*/ 1247613 h 1348352"/>
                <a:gd name="csX20" fmla="*/ 3037910 w 3619096"/>
                <a:gd name="csY20" fmla="*/ 1317356 h 1348352"/>
                <a:gd name="csX21" fmla="*/ 2836432 w 3619096"/>
                <a:gd name="csY21" fmla="*/ 1348352 h 1348352"/>
                <a:gd name="csX22" fmla="*/ 1309849 w 3619096"/>
                <a:gd name="csY22" fmla="*/ 1332854 h 1348352"/>
                <a:gd name="csX23" fmla="*/ 1170364 w 3619096"/>
                <a:gd name="csY23" fmla="*/ 1325105 h 1348352"/>
                <a:gd name="csX24" fmla="*/ 1046378 w 3619096"/>
                <a:gd name="csY24" fmla="*/ 1286359 h 1348352"/>
                <a:gd name="csX25" fmla="*/ 914642 w 3619096"/>
                <a:gd name="csY25" fmla="*/ 1263112 h 1348352"/>
                <a:gd name="csX26" fmla="*/ 596927 w 3619096"/>
                <a:gd name="csY26" fmla="*/ 1115878 h 1348352"/>
                <a:gd name="csX27" fmla="*/ 527184 w 3619096"/>
                <a:gd name="csY27" fmla="*/ 1030637 h 1348352"/>
                <a:gd name="csX28" fmla="*/ 457442 w 3619096"/>
                <a:gd name="csY28" fmla="*/ 960895 h 1348352"/>
                <a:gd name="csX29" fmla="*/ 410947 w 3619096"/>
                <a:gd name="csY29" fmla="*/ 891152 h 1348352"/>
                <a:gd name="csX30" fmla="*/ 356703 w 3619096"/>
                <a:gd name="csY30" fmla="*/ 798163 h 1348352"/>
                <a:gd name="csX31" fmla="*/ 174598 w 3619096"/>
                <a:gd name="csY31" fmla="*/ 743488 h 1348352"/>
                <a:gd name="csX32" fmla="*/ 242 w 3619096"/>
                <a:gd name="csY32" fmla="*/ 550190 h 1348352"/>
                <a:gd name="csX33" fmla="*/ 212698 w 3619096"/>
                <a:gd name="csY33" fmla="*/ 673638 h 1348352"/>
                <a:gd name="csX0" fmla="*/ 212698 w 3619096"/>
                <a:gd name="csY0" fmla="*/ 680053 h 1354767"/>
                <a:gd name="csX1" fmla="*/ 354551 w 3619096"/>
                <a:gd name="csY1" fmla="*/ 704592 h 1354767"/>
                <a:gd name="csX2" fmla="*/ 604676 w 3619096"/>
                <a:gd name="csY2" fmla="*/ 424869 h 1354767"/>
                <a:gd name="csX3" fmla="*/ 1178867 w 3619096"/>
                <a:gd name="csY3" fmla="*/ 123782 h 1354767"/>
                <a:gd name="csX4" fmla="*/ 1691979 w 3619096"/>
                <a:gd name="csY4" fmla="*/ 7061 h 1354767"/>
                <a:gd name="csX5" fmla="*/ 2077015 w 3619096"/>
                <a:gd name="csY5" fmla="*/ 6415 h 1354767"/>
                <a:gd name="csX6" fmla="*/ 2534215 w 3619096"/>
                <a:gd name="csY6" fmla="*/ 14164 h 1354767"/>
                <a:gd name="csX7" fmla="*/ 2797686 w 3619096"/>
                <a:gd name="csY7" fmla="*/ 91656 h 1354767"/>
                <a:gd name="csX8" fmla="*/ 2906174 w 3619096"/>
                <a:gd name="csY8" fmla="*/ 145900 h 1354767"/>
                <a:gd name="csX9" fmla="*/ 3014662 w 3619096"/>
                <a:gd name="csY9" fmla="*/ 184645 h 1354767"/>
                <a:gd name="csX10" fmla="*/ 3285883 w 3619096"/>
                <a:gd name="csY10" fmla="*/ 362876 h 1354767"/>
                <a:gd name="csX11" fmla="*/ 3440866 w 3619096"/>
                <a:gd name="csY11" fmla="*/ 479113 h 1354767"/>
                <a:gd name="csX12" fmla="*/ 3510608 w 3619096"/>
                <a:gd name="csY12" fmla="*/ 525608 h 1354767"/>
                <a:gd name="csX13" fmla="*/ 3557103 w 3619096"/>
                <a:gd name="csY13" fmla="*/ 587601 h 1354767"/>
                <a:gd name="csX14" fmla="*/ 3611347 w 3619096"/>
                <a:gd name="csY14" fmla="*/ 696089 h 1354767"/>
                <a:gd name="csX15" fmla="*/ 3619096 w 3619096"/>
                <a:gd name="csY15" fmla="*/ 758083 h 1354767"/>
                <a:gd name="csX16" fmla="*/ 3588100 w 3619096"/>
                <a:gd name="csY16" fmla="*/ 913066 h 1354767"/>
                <a:gd name="csX17" fmla="*/ 3448615 w 3619096"/>
                <a:gd name="csY17" fmla="*/ 1091296 h 1354767"/>
                <a:gd name="csX18" fmla="*/ 3316879 w 3619096"/>
                <a:gd name="csY18" fmla="*/ 1199784 h 1354767"/>
                <a:gd name="csX19" fmla="*/ 3216140 w 3619096"/>
                <a:gd name="csY19" fmla="*/ 1254028 h 1354767"/>
                <a:gd name="csX20" fmla="*/ 3037910 w 3619096"/>
                <a:gd name="csY20" fmla="*/ 1323771 h 1354767"/>
                <a:gd name="csX21" fmla="*/ 2836432 w 3619096"/>
                <a:gd name="csY21" fmla="*/ 1354767 h 1354767"/>
                <a:gd name="csX22" fmla="*/ 1309849 w 3619096"/>
                <a:gd name="csY22" fmla="*/ 1339269 h 1354767"/>
                <a:gd name="csX23" fmla="*/ 1170364 w 3619096"/>
                <a:gd name="csY23" fmla="*/ 1331520 h 1354767"/>
                <a:gd name="csX24" fmla="*/ 1046378 w 3619096"/>
                <a:gd name="csY24" fmla="*/ 1292774 h 1354767"/>
                <a:gd name="csX25" fmla="*/ 914642 w 3619096"/>
                <a:gd name="csY25" fmla="*/ 1269527 h 1354767"/>
                <a:gd name="csX26" fmla="*/ 596927 w 3619096"/>
                <a:gd name="csY26" fmla="*/ 1122293 h 1354767"/>
                <a:gd name="csX27" fmla="*/ 527184 w 3619096"/>
                <a:gd name="csY27" fmla="*/ 1037052 h 1354767"/>
                <a:gd name="csX28" fmla="*/ 457442 w 3619096"/>
                <a:gd name="csY28" fmla="*/ 967310 h 1354767"/>
                <a:gd name="csX29" fmla="*/ 410947 w 3619096"/>
                <a:gd name="csY29" fmla="*/ 897567 h 1354767"/>
                <a:gd name="csX30" fmla="*/ 356703 w 3619096"/>
                <a:gd name="csY30" fmla="*/ 804578 h 1354767"/>
                <a:gd name="csX31" fmla="*/ 174598 w 3619096"/>
                <a:gd name="csY31" fmla="*/ 749903 h 1354767"/>
                <a:gd name="csX32" fmla="*/ 242 w 3619096"/>
                <a:gd name="csY32" fmla="*/ 556605 h 1354767"/>
                <a:gd name="csX33" fmla="*/ 212698 w 3619096"/>
                <a:gd name="csY33" fmla="*/ 680053 h 135476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1046378 w 3619096"/>
                <a:gd name="csY24" fmla="*/ 1308584 h 1370577"/>
                <a:gd name="csX25" fmla="*/ 914642 w 3619096"/>
                <a:gd name="csY25" fmla="*/ 1285337 h 1370577"/>
                <a:gd name="csX26" fmla="*/ 596927 w 3619096"/>
                <a:gd name="csY26" fmla="*/ 1138103 h 1370577"/>
                <a:gd name="csX27" fmla="*/ 527184 w 3619096"/>
                <a:gd name="csY27" fmla="*/ 1052862 h 1370577"/>
                <a:gd name="csX28" fmla="*/ 457442 w 3619096"/>
                <a:gd name="csY28" fmla="*/ 983120 h 1370577"/>
                <a:gd name="csX29" fmla="*/ 410947 w 3619096"/>
                <a:gd name="csY29" fmla="*/ 913377 h 1370577"/>
                <a:gd name="csX30" fmla="*/ 356703 w 3619096"/>
                <a:gd name="csY30" fmla="*/ 820388 h 1370577"/>
                <a:gd name="csX31" fmla="*/ 174598 w 3619096"/>
                <a:gd name="csY31" fmla="*/ 765713 h 1370577"/>
                <a:gd name="csX32" fmla="*/ 242 w 3619096"/>
                <a:gd name="csY32" fmla="*/ 572415 h 1370577"/>
                <a:gd name="csX33" fmla="*/ 212698 w 3619096"/>
                <a:gd name="csY33" fmla="*/ 695863 h 137057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914642 w 3619096"/>
                <a:gd name="csY24" fmla="*/ 1285337 h 1370577"/>
                <a:gd name="csX25" fmla="*/ 596927 w 3619096"/>
                <a:gd name="csY25" fmla="*/ 1138103 h 1370577"/>
                <a:gd name="csX26" fmla="*/ 527184 w 3619096"/>
                <a:gd name="csY26" fmla="*/ 1052862 h 1370577"/>
                <a:gd name="csX27" fmla="*/ 457442 w 3619096"/>
                <a:gd name="csY27" fmla="*/ 983120 h 1370577"/>
                <a:gd name="csX28" fmla="*/ 410947 w 3619096"/>
                <a:gd name="csY28" fmla="*/ 913377 h 1370577"/>
                <a:gd name="csX29" fmla="*/ 356703 w 3619096"/>
                <a:gd name="csY29" fmla="*/ 820388 h 1370577"/>
                <a:gd name="csX30" fmla="*/ 174598 w 3619096"/>
                <a:gd name="csY30" fmla="*/ 765713 h 1370577"/>
                <a:gd name="csX31" fmla="*/ 242 w 3619096"/>
                <a:gd name="csY31" fmla="*/ 572415 h 1370577"/>
                <a:gd name="csX32" fmla="*/ 212698 w 3619096"/>
                <a:gd name="csY32" fmla="*/ 695863 h 137057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914642 w 3619096"/>
                <a:gd name="csY24" fmla="*/ 1285337 h 1370577"/>
                <a:gd name="csX25" fmla="*/ 596927 w 3619096"/>
                <a:gd name="csY25" fmla="*/ 1138103 h 1370577"/>
                <a:gd name="csX26" fmla="*/ 457442 w 3619096"/>
                <a:gd name="csY26" fmla="*/ 983120 h 1370577"/>
                <a:gd name="csX27" fmla="*/ 410947 w 3619096"/>
                <a:gd name="csY27" fmla="*/ 913377 h 1370577"/>
                <a:gd name="csX28" fmla="*/ 356703 w 3619096"/>
                <a:gd name="csY28" fmla="*/ 820388 h 1370577"/>
                <a:gd name="csX29" fmla="*/ 174598 w 3619096"/>
                <a:gd name="csY29" fmla="*/ 765713 h 1370577"/>
                <a:gd name="csX30" fmla="*/ 242 w 3619096"/>
                <a:gd name="csY30" fmla="*/ 572415 h 1370577"/>
                <a:gd name="csX31" fmla="*/ 212698 w 3619096"/>
                <a:gd name="csY31" fmla="*/ 695863 h 137057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914642 w 3619096"/>
                <a:gd name="csY24" fmla="*/ 1285337 h 1370577"/>
                <a:gd name="csX25" fmla="*/ 596927 w 3619096"/>
                <a:gd name="csY25" fmla="*/ 1138103 h 1370577"/>
                <a:gd name="csX26" fmla="*/ 457442 w 3619096"/>
                <a:gd name="csY26" fmla="*/ 983120 h 1370577"/>
                <a:gd name="csX27" fmla="*/ 401422 w 3619096"/>
                <a:gd name="csY27" fmla="*/ 929252 h 1370577"/>
                <a:gd name="csX28" fmla="*/ 356703 w 3619096"/>
                <a:gd name="csY28" fmla="*/ 820388 h 1370577"/>
                <a:gd name="csX29" fmla="*/ 174598 w 3619096"/>
                <a:gd name="csY29" fmla="*/ 765713 h 1370577"/>
                <a:gd name="csX30" fmla="*/ 242 w 3619096"/>
                <a:gd name="csY30" fmla="*/ 572415 h 1370577"/>
                <a:gd name="csX31" fmla="*/ 212698 w 3619096"/>
                <a:gd name="csY31" fmla="*/ 695863 h 137057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914642 w 3619096"/>
                <a:gd name="csY24" fmla="*/ 1285337 h 1370577"/>
                <a:gd name="csX25" fmla="*/ 596927 w 3619096"/>
                <a:gd name="csY25" fmla="*/ 1138103 h 1370577"/>
                <a:gd name="csX26" fmla="*/ 457442 w 3619096"/>
                <a:gd name="csY26" fmla="*/ 1024395 h 1370577"/>
                <a:gd name="csX27" fmla="*/ 401422 w 3619096"/>
                <a:gd name="csY27" fmla="*/ 929252 h 1370577"/>
                <a:gd name="csX28" fmla="*/ 356703 w 3619096"/>
                <a:gd name="csY28" fmla="*/ 820388 h 1370577"/>
                <a:gd name="csX29" fmla="*/ 174598 w 3619096"/>
                <a:gd name="csY29" fmla="*/ 765713 h 1370577"/>
                <a:gd name="csX30" fmla="*/ 242 w 3619096"/>
                <a:gd name="csY30" fmla="*/ 572415 h 1370577"/>
                <a:gd name="csX31" fmla="*/ 212698 w 3619096"/>
                <a:gd name="csY31" fmla="*/ 695863 h 1370577"/>
                <a:gd name="csX0" fmla="*/ 212698 w 3619096"/>
                <a:gd name="csY0" fmla="*/ 695863 h 1370577"/>
                <a:gd name="csX1" fmla="*/ 354551 w 3619096"/>
                <a:gd name="csY1" fmla="*/ 720402 h 1370577"/>
                <a:gd name="csX2" fmla="*/ 604676 w 3619096"/>
                <a:gd name="csY2" fmla="*/ 440679 h 1370577"/>
                <a:gd name="csX3" fmla="*/ 1178867 w 3619096"/>
                <a:gd name="csY3" fmla="*/ 139592 h 1370577"/>
                <a:gd name="csX4" fmla="*/ 1691979 w 3619096"/>
                <a:gd name="csY4" fmla="*/ 22871 h 1370577"/>
                <a:gd name="csX5" fmla="*/ 2096065 w 3619096"/>
                <a:gd name="csY5" fmla="*/ 0 h 1370577"/>
                <a:gd name="csX6" fmla="*/ 2534215 w 3619096"/>
                <a:gd name="csY6" fmla="*/ 29974 h 1370577"/>
                <a:gd name="csX7" fmla="*/ 2797686 w 3619096"/>
                <a:gd name="csY7" fmla="*/ 107466 h 1370577"/>
                <a:gd name="csX8" fmla="*/ 2906174 w 3619096"/>
                <a:gd name="csY8" fmla="*/ 161710 h 1370577"/>
                <a:gd name="csX9" fmla="*/ 3014662 w 3619096"/>
                <a:gd name="csY9" fmla="*/ 200455 h 1370577"/>
                <a:gd name="csX10" fmla="*/ 3285883 w 3619096"/>
                <a:gd name="csY10" fmla="*/ 378686 h 1370577"/>
                <a:gd name="csX11" fmla="*/ 3440866 w 3619096"/>
                <a:gd name="csY11" fmla="*/ 494923 h 1370577"/>
                <a:gd name="csX12" fmla="*/ 3510608 w 3619096"/>
                <a:gd name="csY12" fmla="*/ 541418 h 1370577"/>
                <a:gd name="csX13" fmla="*/ 3557103 w 3619096"/>
                <a:gd name="csY13" fmla="*/ 603411 h 1370577"/>
                <a:gd name="csX14" fmla="*/ 3611347 w 3619096"/>
                <a:gd name="csY14" fmla="*/ 711899 h 1370577"/>
                <a:gd name="csX15" fmla="*/ 3619096 w 3619096"/>
                <a:gd name="csY15" fmla="*/ 773893 h 1370577"/>
                <a:gd name="csX16" fmla="*/ 3588100 w 3619096"/>
                <a:gd name="csY16" fmla="*/ 928876 h 1370577"/>
                <a:gd name="csX17" fmla="*/ 3448615 w 3619096"/>
                <a:gd name="csY17" fmla="*/ 1107106 h 1370577"/>
                <a:gd name="csX18" fmla="*/ 3316879 w 3619096"/>
                <a:gd name="csY18" fmla="*/ 1215594 h 1370577"/>
                <a:gd name="csX19" fmla="*/ 3216140 w 3619096"/>
                <a:gd name="csY19" fmla="*/ 1269838 h 1370577"/>
                <a:gd name="csX20" fmla="*/ 3037910 w 3619096"/>
                <a:gd name="csY20" fmla="*/ 1339581 h 1370577"/>
                <a:gd name="csX21" fmla="*/ 2836432 w 3619096"/>
                <a:gd name="csY21" fmla="*/ 1370577 h 1370577"/>
                <a:gd name="csX22" fmla="*/ 1309849 w 3619096"/>
                <a:gd name="csY22" fmla="*/ 1355079 h 1370577"/>
                <a:gd name="csX23" fmla="*/ 1170364 w 3619096"/>
                <a:gd name="csY23" fmla="*/ 1347330 h 1370577"/>
                <a:gd name="csX24" fmla="*/ 914642 w 3619096"/>
                <a:gd name="csY24" fmla="*/ 1285337 h 1370577"/>
                <a:gd name="csX25" fmla="*/ 596927 w 3619096"/>
                <a:gd name="csY25" fmla="*/ 1138103 h 1370577"/>
                <a:gd name="csX26" fmla="*/ 401422 w 3619096"/>
                <a:gd name="csY26" fmla="*/ 929252 h 1370577"/>
                <a:gd name="csX27" fmla="*/ 356703 w 3619096"/>
                <a:gd name="csY27" fmla="*/ 820388 h 1370577"/>
                <a:gd name="csX28" fmla="*/ 174598 w 3619096"/>
                <a:gd name="csY28" fmla="*/ 765713 h 1370577"/>
                <a:gd name="csX29" fmla="*/ 242 w 3619096"/>
                <a:gd name="csY29" fmla="*/ 572415 h 1370577"/>
                <a:gd name="csX30" fmla="*/ 212698 w 3619096"/>
                <a:gd name="csY30" fmla="*/ 695863 h 1370577"/>
                <a:gd name="csX0" fmla="*/ 212698 w 3619096"/>
                <a:gd name="csY0" fmla="*/ 695863 h 1466204"/>
                <a:gd name="csX1" fmla="*/ 354551 w 3619096"/>
                <a:gd name="csY1" fmla="*/ 720402 h 1466204"/>
                <a:gd name="csX2" fmla="*/ 604676 w 3619096"/>
                <a:gd name="csY2" fmla="*/ 440679 h 1466204"/>
                <a:gd name="csX3" fmla="*/ 1178867 w 3619096"/>
                <a:gd name="csY3" fmla="*/ 139592 h 1466204"/>
                <a:gd name="csX4" fmla="*/ 1691979 w 3619096"/>
                <a:gd name="csY4" fmla="*/ 22871 h 1466204"/>
                <a:gd name="csX5" fmla="*/ 2096065 w 3619096"/>
                <a:gd name="csY5" fmla="*/ 0 h 1466204"/>
                <a:gd name="csX6" fmla="*/ 2534215 w 3619096"/>
                <a:gd name="csY6" fmla="*/ 29974 h 1466204"/>
                <a:gd name="csX7" fmla="*/ 2797686 w 3619096"/>
                <a:gd name="csY7" fmla="*/ 107466 h 1466204"/>
                <a:gd name="csX8" fmla="*/ 2906174 w 3619096"/>
                <a:gd name="csY8" fmla="*/ 161710 h 1466204"/>
                <a:gd name="csX9" fmla="*/ 3014662 w 3619096"/>
                <a:gd name="csY9" fmla="*/ 200455 h 1466204"/>
                <a:gd name="csX10" fmla="*/ 3285883 w 3619096"/>
                <a:gd name="csY10" fmla="*/ 378686 h 1466204"/>
                <a:gd name="csX11" fmla="*/ 3440866 w 3619096"/>
                <a:gd name="csY11" fmla="*/ 494923 h 1466204"/>
                <a:gd name="csX12" fmla="*/ 3510608 w 3619096"/>
                <a:gd name="csY12" fmla="*/ 541418 h 1466204"/>
                <a:gd name="csX13" fmla="*/ 3557103 w 3619096"/>
                <a:gd name="csY13" fmla="*/ 603411 h 1466204"/>
                <a:gd name="csX14" fmla="*/ 3611347 w 3619096"/>
                <a:gd name="csY14" fmla="*/ 711899 h 1466204"/>
                <a:gd name="csX15" fmla="*/ 3619096 w 3619096"/>
                <a:gd name="csY15" fmla="*/ 773893 h 1466204"/>
                <a:gd name="csX16" fmla="*/ 3588100 w 3619096"/>
                <a:gd name="csY16" fmla="*/ 928876 h 1466204"/>
                <a:gd name="csX17" fmla="*/ 3448615 w 3619096"/>
                <a:gd name="csY17" fmla="*/ 1107106 h 1466204"/>
                <a:gd name="csX18" fmla="*/ 3316879 w 3619096"/>
                <a:gd name="csY18" fmla="*/ 1215594 h 1466204"/>
                <a:gd name="csX19" fmla="*/ 3216140 w 3619096"/>
                <a:gd name="csY19" fmla="*/ 1269838 h 1466204"/>
                <a:gd name="csX20" fmla="*/ 3037910 w 3619096"/>
                <a:gd name="csY20" fmla="*/ 1339581 h 1466204"/>
                <a:gd name="csX21" fmla="*/ 2836432 w 3619096"/>
                <a:gd name="csY21" fmla="*/ 1370577 h 1466204"/>
                <a:gd name="csX22" fmla="*/ 2075024 w 3619096"/>
                <a:gd name="csY22" fmla="*/ 1466204 h 1466204"/>
                <a:gd name="csX23" fmla="*/ 1170364 w 3619096"/>
                <a:gd name="csY23" fmla="*/ 1347330 h 1466204"/>
                <a:gd name="csX24" fmla="*/ 914642 w 3619096"/>
                <a:gd name="csY24" fmla="*/ 1285337 h 1466204"/>
                <a:gd name="csX25" fmla="*/ 596927 w 3619096"/>
                <a:gd name="csY25" fmla="*/ 1138103 h 1466204"/>
                <a:gd name="csX26" fmla="*/ 401422 w 3619096"/>
                <a:gd name="csY26" fmla="*/ 929252 h 1466204"/>
                <a:gd name="csX27" fmla="*/ 356703 w 3619096"/>
                <a:gd name="csY27" fmla="*/ 820388 h 1466204"/>
                <a:gd name="csX28" fmla="*/ 174598 w 3619096"/>
                <a:gd name="csY28" fmla="*/ 765713 h 1466204"/>
                <a:gd name="csX29" fmla="*/ 242 w 3619096"/>
                <a:gd name="csY29" fmla="*/ 572415 h 1466204"/>
                <a:gd name="csX30" fmla="*/ 212698 w 3619096"/>
                <a:gd name="csY30" fmla="*/ 695863 h 1466204"/>
                <a:gd name="csX0" fmla="*/ 212698 w 3619096"/>
                <a:gd name="csY0" fmla="*/ 695863 h 1466204"/>
                <a:gd name="csX1" fmla="*/ 354551 w 3619096"/>
                <a:gd name="csY1" fmla="*/ 720402 h 1466204"/>
                <a:gd name="csX2" fmla="*/ 604676 w 3619096"/>
                <a:gd name="csY2" fmla="*/ 440679 h 1466204"/>
                <a:gd name="csX3" fmla="*/ 1178867 w 3619096"/>
                <a:gd name="csY3" fmla="*/ 139592 h 1466204"/>
                <a:gd name="csX4" fmla="*/ 1691979 w 3619096"/>
                <a:gd name="csY4" fmla="*/ 22871 h 1466204"/>
                <a:gd name="csX5" fmla="*/ 2096065 w 3619096"/>
                <a:gd name="csY5" fmla="*/ 0 h 1466204"/>
                <a:gd name="csX6" fmla="*/ 2534215 w 3619096"/>
                <a:gd name="csY6" fmla="*/ 29974 h 1466204"/>
                <a:gd name="csX7" fmla="*/ 2797686 w 3619096"/>
                <a:gd name="csY7" fmla="*/ 107466 h 1466204"/>
                <a:gd name="csX8" fmla="*/ 2906174 w 3619096"/>
                <a:gd name="csY8" fmla="*/ 161710 h 1466204"/>
                <a:gd name="csX9" fmla="*/ 3014662 w 3619096"/>
                <a:gd name="csY9" fmla="*/ 200455 h 1466204"/>
                <a:gd name="csX10" fmla="*/ 3285883 w 3619096"/>
                <a:gd name="csY10" fmla="*/ 378686 h 1466204"/>
                <a:gd name="csX11" fmla="*/ 3440866 w 3619096"/>
                <a:gd name="csY11" fmla="*/ 494923 h 1466204"/>
                <a:gd name="csX12" fmla="*/ 3510608 w 3619096"/>
                <a:gd name="csY12" fmla="*/ 541418 h 1466204"/>
                <a:gd name="csX13" fmla="*/ 3557103 w 3619096"/>
                <a:gd name="csY13" fmla="*/ 603411 h 1466204"/>
                <a:gd name="csX14" fmla="*/ 3611347 w 3619096"/>
                <a:gd name="csY14" fmla="*/ 711899 h 1466204"/>
                <a:gd name="csX15" fmla="*/ 3619096 w 3619096"/>
                <a:gd name="csY15" fmla="*/ 773893 h 1466204"/>
                <a:gd name="csX16" fmla="*/ 3588100 w 3619096"/>
                <a:gd name="csY16" fmla="*/ 928876 h 1466204"/>
                <a:gd name="csX17" fmla="*/ 3448615 w 3619096"/>
                <a:gd name="csY17" fmla="*/ 1107106 h 1466204"/>
                <a:gd name="csX18" fmla="*/ 3316879 w 3619096"/>
                <a:gd name="csY18" fmla="*/ 1215594 h 1466204"/>
                <a:gd name="csX19" fmla="*/ 3216140 w 3619096"/>
                <a:gd name="csY19" fmla="*/ 1269838 h 1466204"/>
                <a:gd name="csX20" fmla="*/ 3037910 w 3619096"/>
                <a:gd name="csY20" fmla="*/ 1339581 h 1466204"/>
                <a:gd name="csX21" fmla="*/ 2836432 w 3619096"/>
                <a:gd name="csY21" fmla="*/ 1370577 h 1466204"/>
                <a:gd name="csX22" fmla="*/ 2075024 w 3619096"/>
                <a:gd name="csY22" fmla="*/ 1466204 h 1466204"/>
                <a:gd name="csX23" fmla="*/ 1170364 w 3619096"/>
                <a:gd name="csY23" fmla="*/ 1347330 h 1466204"/>
                <a:gd name="csX24" fmla="*/ 914642 w 3619096"/>
                <a:gd name="csY24" fmla="*/ 1285337 h 1466204"/>
                <a:gd name="csX25" fmla="*/ 596927 w 3619096"/>
                <a:gd name="csY25" fmla="*/ 1138103 h 1466204"/>
                <a:gd name="csX26" fmla="*/ 401422 w 3619096"/>
                <a:gd name="csY26" fmla="*/ 929252 h 1466204"/>
                <a:gd name="csX27" fmla="*/ 356703 w 3619096"/>
                <a:gd name="csY27" fmla="*/ 820388 h 1466204"/>
                <a:gd name="csX28" fmla="*/ 174598 w 3619096"/>
                <a:gd name="csY28" fmla="*/ 765713 h 1466204"/>
                <a:gd name="csX29" fmla="*/ 242 w 3619096"/>
                <a:gd name="csY29" fmla="*/ 572415 h 1466204"/>
                <a:gd name="csX30" fmla="*/ 212698 w 3619096"/>
                <a:gd name="csY30" fmla="*/ 695863 h 1466204"/>
                <a:gd name="csX0" fmla="*/ 212698 w 3619096"/>
                <a:gd name="csY0" fmla="*/ 695863 h 1466434"/>
                <a:gd name="csX1" fmla="*/ 354551 w 3619096"/>
                <a:gd name="csY1" fmla="*/ 720402 h 1466434"/>
                <a:gd name="csX2" fmla="*/ 604676 w 3619096"/>
                <a:gd name="csY2" fmla="*/ 440679 h 1466434"/>
                <a:gd name="csX3" fmla="*/ 1178867 w 3619096"/>
                <a:gd name="csY3" fmla="*/ 139592 h 1466434"/>
                <a:gd name="csX4" fmla="*/ 1691979 w 3619096"/>
                <a:gd name="csY4" fmla="*/ 22871 h 1466434"/>
                <a:gd name="csX5" fmla="*/ 2096065 w 3619096"/>
                <a:gd name="csY5" fmla="*/ 0 h 1466434"/>
                <a:gd name="csX6" fmla="*/ 2534215 w 3619096"/>
                <a:gd name="csY6" fmla="*/ 29974 h 1466434"/>
                <a:gd name="csX7" fmla="*/ 2797686 w 3619096"/>
                <a:gd name="csY7" fmla="*/ 107466 h 1466434"/>
                <a:gd name="csX8" fmla="*/ 2906174 w 3619096"/>
                <a:gd name="csY8" fmla="*/ 161710 h 1466434"/>
                <a:gd name="csX9" fmla="*/ 3014662 w 3619096"/>
                <a:gd name="csY9" fmla="*/ 200455 h 1466434"/>
                <a:gd name="csX10" fmla="*/ 3285883 w 3619096"/>
                <a:gd name="csY10" fmla="*/ 378686 h 1466434"/>
                <a:gd name="csX11" fmla="*/ 3440866 w 3619096"/>
                <a:gd name="csY11" fmla="*/ 494923 h 1466434"/>
                <a:gd name="csX12" fmla="*/ 3510608 w 3619096"/>
                <a:gd name="csY12" fmla="*/ 541418 h 1466434"/>
                <a:gd name="csX13" fmla="*/ 3557103 w 3619096"/>
                <a:gd name="csY13" fmla="*/ 603411 h 1466434"/>
                <a:gd name="csX14" fmla="*/ 3611347 w 3619096"/>
                <a:gd name="csY14" fmla="*/ 711899 h 1466434"/>
                <a:gd name="csX15" fmla="*/ 3619096 w 3619096"/>
                <a:gd name="csY15" fmla="*/ 773893 h 1466434"/>
                <a:gd name="csX16" fmla="*/ 3588100 w 3619096"/>
                <a:gd name="csY16" fmla="*/ 928876 h 1466434"/>
                <a:gd name="csX17" fmla="*/ 3448615 w 3619096"/>
                <a:gd name="csY17" fmla="*/ 1107106 h 1466434"/>
                <a:gd name="csX18" fmla="*/ 3316879 w 3619096"/>
                <a:gd name="csY18" fmla="*/ 1215594 h 1466434"/>
                <a:gd name="csX19" fmla="*/ 3216140 w 3619096"/>
                <a:gd name="csY19" fmla="*/ 1269838 h 1466434"/>
                <a:gd name="csX20" fmla="*/ 3037910 w 3619096"/>
                <a:gd name="csY20" fmla="*/ 1339581 h 1466434"/>
                <a:gd name="csX21" fmla="*/ 2836432 w 3619096"/>
                <a:gd name="csY21" fmla="*/ 1370577 h 1466434"/>
                <a:gd name="csX22" fmla="*/ 2075024 w 3619096"/>
                <a:gd name="csY22" fmla="*/ 1466204 h 1466434"/>
                <a:gd name="csX23" fmla="*/ 1170364 w 3619096"/>
                <a:gd name="csY23" fmla="*/ 1347330 h 1466434"/>
                <a:gd name="csX24" fmla="*/ 914642 w 3619096"/>
                <a:gd name="csY24" fmla="*/ 1285337 h 1466434"/>
                <a:gd name="csX25" fmla="*/ 596927 w 3619096"/>
                <a:gd name="csY25" fmla="*/ 1138103 h 1466434"/>
                <a:gd name="csX26" fmla="*/ 401422 w 3619096"/>
                <a:gd name="csY26" fmla="*/ 929252 h 1466434"/>
                <a:gd name="csX27" fmla="*/ 356703 w 3619096"/>
                <a:gd name="csY27" fmla="*/ 820388 h 1466434"/>
                <a:gd name="csX28" fmla="*/ 174598 w 3619096"/>
                <a:gd name="csY28" fmla="*/ 765713 h 1466434"/>
                <a:gd name="csX29" fmla="*/ 242 w 3619096"/>
                <a:gd name="csY29" fmla="*/ 572415 h 1466434"/>
                <a:gd name="csX30" fmla="*/ 212698 w 3619096"/>
                <a:gd name="csY30" fmla="*/ 695863 h 1466434"/>
                <a:gd name="csX0" fmla="*/ 212698 w 3619096"/>
                <a:gd name="csY0" fmla="*/ 695863 h 1466204"/>
                <a:gd name="csX1" fmla="*/ 354551 w 3619096"/>
                <a:gd name="csY1" fmla="*/ 720402 h 1466204"/>
                <a:gd name="csX2" fmla="*/ 604676 w 3619096"/>
                <a:gd name="csY2" fmla="*/ 440679 h 1466204"/>
                <a:gd name="csX3" fmla="*/ 1178867 w 3619096"/>
                <a:gd name="csY3" fmla="*/ 139592 h 1466204"/>
                <a:gd name="csX4" fmla="*/ 1691979 w 3619096"/>
                <a:gd name="csY4" fmla="*/ 22871 h 1466204"/>
                <a:gd name="csX5" fmla="*/ 2096065 w 3619096"/>
                <a:gd name="csY5" fmla="*/ 0 h 1466204"/>
                <a:gd name="csX6" fmla="*/ 2534215 w 3619096"/>
                <a:gd name="csY6" fmla="*/ 29974 h 1466204"/>
                <a:gd name="csX7" fmla="*/ 2797686 w 3619096"/>
                <a:gd name="csY7" fmla="*/ 107466 h 1466204"/>
                <a:gd name="csX8" fmla="*/ 2906174 w 3619096"/>
                <a:gd name="csY8" fmla="*/ 161710 h 1466204"/>
                <a:gd name="csX9" fmla="*/ 3014662 w 3619096"/>
                <a:gd name="csY9" fmla="*/ 200455 h 1466204"/>
                <a:gd name="csX10" fmla="*/ 3285883 w 3619096"/>
                <a:gd name="csY10" fmla="*/ 378686 h 1466204"/>
                <a:gd name="csX11" fmla="*/ 3440866 w 3619096"/>
                <a:gd name="csY11" fmla="*/ 494923 h 1466204"/>
                <a:gd name="csX12" fmla="*/ 3510608 w 3619096"/>
                <a:gd name="csY12" fmla="*/ 541418 h 1466204"/>
                <a:gd name="csX13" fmla="*/ 3557103 w 3619096"/>
                <a:gd name="csY13" fmla="*/ 603411 h 1466204"/>
                <a:gd name="csX14" fmla="*/ 3611347 w 3619096"/>
                <a:gd name="csY14" fmla="*/ 711899 h 1466204"/>
                <a:gd name="csX15" fmla="*/ 3619096 w 3619096"/>
                <a:gd name="csY15" fmla="*/ 773893 h 1466204"/>
                <a:gd name="csX16" fmla="*/ 3588100 w 3619096"/>
                <a:gd name="csY16" fmla="*/ 928876 h 1466204"/>
                <a:gd name="csX17" fmla="*/ 3448615 w 3619096"/>
                <a:gd name="csY17" fmla="*/ 1107106 h 1466204"/>
                <a:gd name="csX18" fmla="*/ 3316879 w 3619096"/>
                <a:gd name="csY18" fmla="*/ 1215594 h 1466204"/>
                <a:gd name="csX19" fmla="*/ 3216140 w 3619096"/>
                <a:gd name="csY19" fmla="*/ 1269838 h 1466204"/>
                <a:gd name="csX20" fmla="*/ 3037910 w 3619096"/>
                <a:gd name="csY20" fmla="*/ 1339581 h 1466204"/>
                <a:gd name="csX21" fmla="*/ 2075024 w 3619096"/>
                <a:gd name="csY21" fmla="*/ 1466204 h 1466204"/>
                <a:gd name="csX22" fmla="*/ 1170364 w 3619096"/>
                <a:gd name="csY22" fmla="*/ 1347330 h 1466204"/>
                <a:gd name="csX23" fmla="*/ 914642 w 3619096"/>
                <a:gd name="csY23" fmla="*/ 1285337 h 1466204"/>
                <a:gd name="csX24" fmla="*/ 596927 w 3619096"/>
                <a:gd name="csY24" fmla="*/ 1138103 h 1466204"/>
                <a:gd name="csX25" fmla="*/ 401422 w 3619096"/>
                <a:gd name="csY25" fmla="*/ 929252 h 1466204"/>
                <a:gd name="csX26" fmla="*/ 356703 w 3619096"/>
                <a:gd name="csY26" fmla="*/ 820388 h 1466204"/>
                <a:gd name="csX27" fmla="*/ 174598 w 3619096"/>
                <a:gd name="csY27" fmla="*/ 765713 h 1466204"/>
                <a:gd name="csX28" fmla="*/ 242 w 3619096"/>
                <a:gd name="csY28" fmla="*/ 572415 h 1466204"/>
                <a:gd name="csX29" fmla="*/ 212698 w 3619096"/>
                <a:gd name="csY29" fmla="*/ 695863 h 1466204"/>
                <a:gd name="csX0" fmla="*/ 212698 w 3619096"/>
                <a:gd name="csY0" fmla="*/ 695863 h 1466204"/>
                <a:gd name="csX1" fmla="*/ 354551 w 3619096"/>
                <a:gd name="csY1" fmla="*/ 720402 h 1466204"/>
                <a:gd name="csX2" fmla="*/ 604676 w 3619096"/>
                <a:gd name="csY2" fmla="*/ 440679 h 1466204"/>
                <a:gd name="csX3" fmla="*/ 1178867 w 3619096"/>
                <a:gd name="csY3" fmla="*/ 139592 h 1466204"/>
                <a:gd name="csX4" fmla="*/ 1691979 w 3619096"/>
                <a:gd name="csY4" fmla="*/ 22871 h 1466204"/>
                <a:gd name="csX5" fmla="*/ 2096065 w 3619096"/>
                <a:gd name="csY5" fmla="*/ 0 h 1466204"/>
                <a:gd name="csX6" fmla="*/ 2534215 w 3619096"/>
                <a:gd name="csY6" fmla="*/ 29974 h 1466204"/>
                <a:gd name="csX7" fmla="*/ 2797686 w 3619096"/>
                <a:gd name="csY7" fmla="*/ 107466 h 1466204"/>
                <a:gd name="csX8" fmla="*/ 2906174 w 3619096"/>
                <a:gd name="csY8" fmla="*/ 161710 h 1466204"/>
                <a:gd name="csX9" fmla="*/ 3014662 w 3619096"/>
                <a:gd name="csY9" fmla="*/ 200455 h 1466204"/>
                <a:gd name="csX10" fmla="*/ 3285883 w 3619096"/>
                <a:gd name="csY10" fmla="*/ 378686 h 1466204"/>
                <a:gd name="csX11" fmla="*/ 3440866 w 3619096"/>
                <a:gd name="csY11" fmla="*/ 494923 h 1466204"/>
                <a:gd name="csX12" fmla="*/ 3510608 w 3619096"/>
                <a:gd name="csY12" fmla="*/ 541418 h 1466204"/>
                <a:gd name="csX13" fmla="*/ 3557103 w 3619096"/>
                <a:gd name="csY13" fmla="*/ 603411 h 1466204"/>
                <a:gd name="csX14" fmla="*/ 3611347 w 3619096"/>
                <a:gd name="csY14" fmla="*/ 711899 h 1466204"/>
                <a:gd name="csX15" fmla="*/ 3619096 w 3619096"/>
                <a:gd name="csY15" fmla="*/ 773893 h 1466204"/>
                <a:gd name="csX16" fmla="*/ 3588100 w 3619096"/>
                <a:gd name="csY16" fmla="*/ 928876 h 1466204"/>
                <a:gd name="csX17" fmla="*/ 3448615 w 3619096"/>
                <a:gd name="csY17" fmla="*/ 1107106 h 1466204"/>
                <a:gd name="csX18" fmla="*/ 3316879 w 3619096"/>
                <a:gd name="csY18" fmla="*/ 1215594 h 1466204"/>
                <a:gd name="csX19" fmla="*/ 3216140 w 3619096"/>
                <a:gd name="csY19" fmla="*/ 1269838 h 1466204"/>
                <a:gd name="csX20" fmla="*/ 2075024 w 3619096"/>
                <a:gd name="csY20" fmla="*/ 1466204 h 1466204"/>
                <a:gd name="csX21" fmla="*/ 1170364 w 3619096"/>
                <a:gd name="csY21" fmla="*/ 1347330 h 1466204"/>
                <a:gd name="csX22" fmla="*/ 914642 w 3619096"/>
                <a:gd name="csY22" fmla="*/ 1285337 h 1466204"/>
                <a:gd name="csX23" fmla="*/ 596927 w 3619096"/>
                <a:gd name="csY23" fmla="*/ 1138103 h 1466204"/>
                <a:gd name="csX24" fmla="*/ 401422 w 3619096"/>
                <a:gd name="csY24" fmla="*/ 929252 h 1466204"/>
                <a:gd name="csX25" fmla="*/ 356703 w 3619096"/>
                <a:gd name="csY25" fmla="*/ 820388 h 1466204"/>
                <a:gd name="csX26" fmla="*/ 174598 w 3619096"/>
                <a:gd name="csY26" fmla="*/ 765713 h 1466204"/>
                <a:gd name="csX27" fmla="*/ 242 w 3619096"/>
                <a:gd name="csY27" fmla="*/ 572415 h 1466204"/>
                <a:gd name="csX28" fmla="*/ 212698 w 3619096"/>
                <a:gd name="csY28" fmla="*/ 695863 h 1466204"/>
                <a:gd name="csX0" fmla="*/ 212698 w 3619096"/>
                <a:gd name="csY0" fmla="*/ 695863 h 1466204"/>
                <a:gd name="csX1" fmla="*/ 354551 w 3619096"/>
                <a:gd name="csY1" fmla="*/ 720402 h 1466204"/>
                <a:gd name="csX2" fmla="*/ 604676 w 3619096"/>
                <a:gd name="csY2" fmla="*/ 440679 h 1466204"/>
                <a:gd name="csX3" fmla="*/ 1178867 w 3619096"/>
                <a:gd name="csY3" fmla="*/ 139592 h 1466204"/>
                <a:gd name="csX4" fmla="*/ 1691979 w 3619096"/>
                <a:gd name="csY4" fmla="*/ 22871 h 1466204"/>
                <a:gd name="csX5" fmla="*/ 2096065 w 3619096"/>
                <a:gd name="csY5" fmla="*/ 0 h 1466204"/>
                <a:gd name="csX6" fmla="*/ 2534215 w 3619096"/>
                <a:gd name="csY6" fmla="*/ 29974 h 1466204"/>
                <a:gd name="csX7" fmla="*/ 2797686 w 3619096"/>
                <a:gd name="csY7" fmla="*/ 107466 h 1466204"/>
                <a:gd name="csX8" fmla="*/ 2906174 w 3619096"/>
                <a:gd name="csY8" fmla="*/ 161710 h 1466204"/>
                <a:gd name="csX9" fmla="*/ 3014662 w 3619096"/>
                <a:gd name="csY9" fmla="*/ 200455 h 1466204"/>
                <a:gd name="csX10" fmla="*/ 3285883 w 3619096"/>
                <a:gd name="csY10" fmla="*/ 378686 h 1466204"/>
                <a:gd name="csX11" fmla="*/ 3440866 w 3619096"/>
                <a:gd name="csY11" fmla="*/ 494923 h 1466204"/>
                <a:gd name="csX12" fmla="*/ 3510608 w 3619096"/>
                <a:gd name="csY12" fmla="*/ 541418 h 1466204"/>
                <a:gd name="csX13" fmla="*/ 3557103 w 3619096"/>
                <a:gd name="csY13" fmla="*/ 603411 h 1466204"/>
                <a:gd name="csX14" fmla="*/ 3611347 w 3619096"/>
                <a:gd name="csY14" fmla="*/ 711899 h 1466204"/>
                <a:gd name="csX15" fmla="*/ 3619096 w 3619096"/>
                <a:gd name="csY15" fmla="*/ 773893 h 1466204"/>
                <a:gd name="csX16" fmla="*/ 3588100 w 3619096"/>
                <a:gd name="csY16" fmla="*/ 928876 h 1466204"/>
                <a:gd name="csX17" fmla="*/ 3448615 w 3619096"/>
                <a:gd name="csY17" fmla="*/ 1107106 h 1466204"/>
                <a:gd name="csX18" fmla="*/ 3216140 w 3619096"/>
                <a:gd name="csY18" fmla="*/ 1269838 h 1466204"/>
                <a:gd name="csX19" fmla="*/ 2075024 w 3619096"/>
                <a:gd name="csY19" fmla="*/ 1466204 h 1466204"/>
                <a:gd name="csX20" fmla="*/ 1170364 w 3619096"/>
                <a:gd name="csY20" fmla="*/ 1347330 h 1466204"/>
                <a:gd name="csX21" fmla="*/ 914642 w 3619096"/>
                <a:gd name="csY21" fmla="*/ 1285337 h 1466204"/>
                <a:gd name="csX22" fmla="*/ 596927 w 3619096"/>
                <a:gd name="csY22" fmla="*/ 1138103 h 1466204"/>
                <a:gd name="csX23" fmla="*/ 401422 w 3619096"/>
                <a:gd name="csY23" fmla="*/ 929252 h 1466204"/>
                <a:gd name="csX24" fmla="*/ 356703 w 3619096"/>
                <a:gd name="csY24" fmla="*/ 820388 h 1466204"/>
                <a:gd name="csX25" fmla="*/ 174598 w 3619096"/>
                <a:gd name="csY25" fmla="*/ 765713 h 1466204"/>
                <a:gd name="csX26" fmla="*/ 242 w 3619096"/>
                <a:gd name="csY26" fmla="*/ 572415 h 1466204"/>
                <a:gd name="csX27" fmla="*/ 212698 w 3619096"/>
                <a:gd name="csY27" fmla="*/ 695863 h 1466204"/>
                <a:gd name="csX0" fmla="*/ 212698 w 3628818"/>
                <a:gd name="csY0" fmla="*/ 695863 h 1466204"/>
                <a:gd name="csX1" fmla="*/ 354551 w 3628818"/>
                <a:gd name="csY1" fmla="*/ 720402 h 1466204"/>
                <a:gd name="csX2" fmla="*/ 604676 w 3628818"/>
                <a:gd name="csY2" fmla="*/ 440679 h 1466204"/>
                <a:gd name="csX3" fmla="*/ 1178867 w 3628818"/>
                <a:gd name="csY3" fmla="*/ 139592 h 1466204"/>
                <a:gd name="csX4" fmla="*/ 1691979 w 3628818"/>
                <a:gd name="csY4" fmla="*/ 22871 h 1466204"/>
                <a:gd name="csX5" fmla="*/ 2096065 w 3628818"/>
                <a:gd name="csY5" fmla="*/ 0 h 1466204"/>
                <a:gd name="csX6" fmla="*/ 2534215 w 3628818"/>
                <a:gd name="csY6" fmla="*/ 29974 h 1466204"/>
                <a:gd name="csX7" fmla="*/ 2797686 w 3628818"/>
                <a:gd name="csY7" fmla="*/ 107466 h 1466204"/>
                <a:gd name="csX8" fmla="*/ 2906174 w 3628818"/>
                <a:gd name="csY8" fmla="*/ 161710 h 1466204"/>
                <a:gd name="csX9" fmla="*/ 3014662 w 3628818"/>
                <a:gd name="csY9" fmla="*/ 200455 h 1466204"/>
                <a:gd name="csX10" fmla="*/ 3285883 w 3628818"/>
                <a:gd name="csY10" fmla="*/ 378686 h 1466204"/>
                <a:gd name="csX11" fmla="*/ 3440866 w 3628818"/>
                <a:gd name="csY11" fmla="*/ 494923 h 1466204"/>
                <a:gd name="csX12" fmla="*/ 3510608 w 3628818"/>
                <a:gd name="csY12" fmla="*/ 541418 h 1466204"/>
                <a:gd name="csX13" fmla="*/ 3557103 w 3628818"/>
                <a:gd name="csY13" fmla="*/ 603411 h 1466204"/>
                <a:gd name="csX14" fmla="*/ 3611347 w 3628818"/>
                <a:gd name="csY14" fmla="*/ 711899 h 1466204"/>
                <a:gd name="csX15" fmla="*/ 3619096 w 3628818"/>
                <a:gd name="csY15" fmla="*/ 773893 h 1466204"/>
                <a:gd name="csX16" fmla="*/ 3588100 w 3628818"/>
                <a:gd name="csY16" fmla="*/ 928876 h 1466204"/>
                <a:gd name="csX17" fmla="*/ 3216140 w 3628818"/>
                <a:gd name="csY17" fmla="*/ 1269838 h 1466204"/>
                <a:gd name="csX18" fmla="*/ 2075024 w 3628818"/>
                <a:gd name="csY18" fmla="*/ 1466204 h 1466204"/>
                <a:gd name="csX19" fmla="*/ 1170364 w 3628818"/>
                <a:gd name="csY19" fmla="*/ 1347330 h 1466204"/>
                <a:gd name="csX20" fmla="*/ 914642 w 3628818"/>
                <a:gd name="csY20" fmla="*/ 1285337 h 1466204"/>
                <a:gd name="csX21" fmla="*/ 596927 w 3628818"/>
                <a:gd name="csY21" fmla="*/ 1138103 h 1466204"/>
                <a:gd name="csX22" fmla="*/ 401422 w 3628818"/>
                <a:gd name="csY22" fmla="*/ 929252 h 1466204"/>
                <a:gd name="csX23" fmla="*/ 356703 w 3628818"/>
                <a:gd name="csY23" fmla="*/ 820388 h 1466204"/>
                <a:gd name="csX24" fmla="*/ 174598 w 3628818"/>
                <a:gd name="csY24" fmla="*/ 765713 h 1466204"/>
                <a:gd name="csX25" fmla="*/ 242 w 3628818"/>
                <a:gd name="csY25" fmla="*/ 572415 h 1466204"/>
                <a:gd name="csX26" fmla="*/ 212698 w 3628818"/>
                <a:gd name="csY26" fmla="*/ 695863 h 1466204"/>
                <a:gd name="csX0" fmla="*/ 212698 w 3630719"/>
                <a:gd name="csY0" fmla="*/ 695863 h 1466204"/>
                <a:gd name="csX1" fmla="*/ 354551 w 3630719"/>
                <a:gd name="csY1" fmla="*/ 720402 h 1466204"/>
                <a:gd name="csX2" fmla="*/ 604676 w 3630719"/>
                <a:gd name="csY2" fmla="*/ 440679 h 1466204"/>
                <a:gd name="csX3" fmla="*/ 1178867 w 3630719"/>
                <a:gd name="csY3" fmla="*/ 139592 h 1466204"/>
                <a:gd name="csX4" fmla="*/ 1691979 w 3630719"/>
                <a:gd name="csY4" fmla="*/ 22871 h 1466204"/>
                <a:gd name="csX5" fmla="*/ 2096065 w 3630719"/>
                <a:gd name="csY5" fmla="*/ 0 h 1466204"/>
                <a:gd name="csX6" fmla="*/ 2534215 w 3630719"/>
                <a:gd name="csY6" fmla="*/ 29974 h 1466204"/>
                <a:gd name="csX7" fmla="*/ 2797686 w 3630719"/>
                <a:gd name="csY7" fmla="*/ 107466 h 1466204"/>
                <a:gd name="csX8" fmla="*/ 2906174 w 3630719"/>
                <a:gd name="csY8" fmla="*/ 161710 h 1466204"/>
                <a:gd name="csX9" fmla="*/ 3014662 w 3630719"/>
                <a:gd name="csY9" fmla="*/ 200455 h 1466204"/>
                <a:gd name="csX10" fmla="*/ 3285883 w 3630719"/>
                <a:gd name="csY10" fmla="*/ 378686 h 1466204"/>
                <a:gd name="csX11" fmla="*/ 3440866 w 3630719"/>
                <a:gd name="csY11" fmla="*/ 494923 h 1466204"/>
                <a:gd name="csX12" fmla="*/ 3510608 w 3630719"/>
                <a:gd name="csY12" fmla="*/ 541418 h 1466204"/>
                <a:gd name="csX13" fmla="*/ 3557103 w 3630719"/>
                <a:gd name="csY13" fmla="*/ 603411 h 1466204"/>
                <a:gd name="csX14" fmla="*/ 3619096 w 3630719"/>
                <a:gd name="csY14" fmla="*/ 773893 h 1466204"/>
                <a:gd name="csX15" fmla="*/ 3588100 w 3630719"/>
                <a:gd name="csY15" fmla="*/ 928876 h 1466204"/>
                <a:gd name="csX16" fmla="*/ 3216140 w 3630719"/>
                <a:gd name="csY16" fmla="*/ 1269838 h 1466204"/>
                <a:gd name="csX17" fmla="*/ 2075024 w 3630719"/>
                <a:gd name="csY17" fmla="*/ 1466204 h 1466204"/>
                <a:gd name="csX18" fmla="*/ 1170364 w 3630719"/>
                <a:gd name="csY18" fmla="*/ 1347330 h 1466204"/>
                <a:gd name="csX19" fmla="*/ 914642 w 3630719"/>
                <a:gd name="csY19" fmla="*/ 1285337 h 1466204"/>
                <a:gd name="csX20" fmla="*/ 596927 w 3630719"/>
                <a:gd name="csY20" fmla="*/ 1138103 h 1466204"/>
                <a:gd name="csX21" fmla="*/ 401422 w 3630719"/>
                <a:gd name="csY21" fmla="*/ 929252 h 1466204"/>
                <a:gd name="csX22" fmla="*/ 356703 w 3630719"/>
                <a:gd name="csY22" fmla="*/ 820388 h 1466204"/>
                <a:gd name="csX23" fmla="*/ 174598 w 3630719"/>
                <a:gd name="csY23" fmla="*/ 765713 h 1466204"/>
                <a:gd name="csX24" fmla="*/ 242 w 3630719"/>
                <a:gd name="csY24" fmla="*/ 572415 h 1466204"/>
                <a:gd name="csX25" fmla="*/ 212698 w 3630719"/>
                <a:gd name="csY25" fmla="*/ 695863 h 1466204"/>
                <a:gd name="csX0" fmla="*/ 212698 w 3630719"/>
                <a:gd name="csY0" fmla="*/ 695863 h 1466204"/>
                <a:gd name="csX1" fmla="*/ 354551 w 3630719"/>
                <a:gd name="csY1" fmla="*/ 720402 h 1466204"/>
                <a:gd name="csX2" fmla="*/ 604676 w 3630719"/>
                <a:gd name="csY2" fmla="*/ 440679 h 1466204"/>
                <a:gd name="csX3" fmla="*/ 1178867 w 3630719"/>
                <a:gd name="csY3" fmla="*/ 139592 h 1466204"/>
                <a:gd name="csX4" fmla="*/ 1691979 w 3630719"/>
                <a:gd name="csY4" fmla="*/ 22871 h 1466204"/>
                <a:gd name="csX5" fmla="*/ 2096065 w 3630719"/>
                <a:gd name="csY5" fmla="*/ 0 h 1466204"/>
                <a:gd name="csX6" fmla="*/ 2534215 w 3630719"/>
                <a:gd name="csY6" fmla="*/ 29974 h 1466204"/>
                <a:gd name="csX7" fmla="*/ 2797686 w 3630719"/>
                <a:gd name="csY7" fmla="*/ 107466 h 1466204"/>
                <a:gd name="csX8" fmla="*/ 2906174 w 3630719"/>
                <a:gd name="csY8" fmla="*/ 161710 h 1466204"/>
                <a:gd name="csX9" fmla="*/ 3014662 w 3630719"/>
                <a:gd name="csY9" fmla="*/ 200455 h 1466204"/>
                <a:gd name="csX10" fmla="*/ 3285883 w 3630719"/>
                <a:gd name="csY10" fmla="*/ 378686 h 1466204"/>
                <a:gd name="csX11" fmla="*/ 3440866 w 3630719"/>
                <a:gd name="csY11" fmla="*/ 494923 h 1466204"/>
                <a:gd name="csX12" fmla="*/ 3557103 w 3630719"/>
                <a:gd name="csY12" fmla="*/ 603411 h 1466204"/>
                <a:gd name="csX13" fmla="*/ 3619096 w 3630719"/>
                <a:gd name="csY13" fmla="*/ 773893 h 1466204"/>
                <a:gd name="csX14" fmla="*/ 3588100 w 3630719"/>
                <a:gd name="csY14" fmla="*/ 928876 h 1466204"/>
                <a:gd name="csX15" fmla="*/ 3216140 w 3630719"/>
                <a:gd name="csY15" fmla="*/ 1269838 h 1466204"/>
                <a:gd name="csX16" fmla="*/ 2075024 w 3630719"/>
                <a:gd name="csY16" fmla="*/ 1466204 h 1466204"/>
                <a:gd name="csX17" fmla="*/ 1170364 w 3630719"/>
                <a:gd name="csY17" fmla="*/ 1347330 h 1466204"/>
                <a:gd name="csX18" fmla="*/ 914642 w 3630719"/>
                <a:gd name="csY18" fmla="*/ 1285337 h 1466204"/>
                <a:gd name="csX19" fmla="*/ 596927 w 3630719"/>
                <a:gd name="csY19" fmla="*/ 1138103 h 1466204"/>
                <a:gd name="csX20" fmla="*/ 401422 w 3630719"/>
                <a:gd name="csY20" fmla="*/ 929252 h 1466204"/>
                <a:gd name="csX21" fmla="*/ 356703 w 3630719"/>
                <a:gd name="csY21" fmla="*/ 820388 h 1466204"/>
                <a:gd name="csX22" fmla="*/ 174598 w 3630719"/>
                <a:gd name="csY22" fmla="*/ 765713 h 1466204"/>
                <a:gd name="csX23" fmla="*/ 242 w 3630719"/>
                <a:gd name="csY23" fmla="*/ 572415 h 1466204"/>
                <a:gd name="csX24" fmla="*/ 212698 w 3630719"/>
                <a:gd name="csY24" fmla="*/ 695863 h 1466204"/>
                <a:gd name="csX0" fmla="*/ 212698 w 3630719"/>
                <a:gd name="csY0" fmla="*/ 695863 h 1466204"/>
                <a:gd name="csX1" fmla="*/ 354551 w 3630719"/>
                <a:gd name="csY1" fmla="*/ 720402 h 1466204"/>
                <a:gd name="csX2" fmla="*/ 604676 w 3630719"/>
                <a:gd name="csY2" fmla="*/ 440679 h 1466204"/>
                <a:gd name="csX3" fmla="*/ 1178867 w 3630719"/>
                <a:gd name="csY3" fmla="*/ 139592 h 1466204"/>
                <a:gd name="csX4" fmla="*/ 1691979 w 3630719"/>
                <a:gd name="csY4" fmla="*/ 22871 h 1466204"/>
                <a:gd name="csX5" fmla="*/ 2096065 w 3630719"/>
                <a:gd name="csY5" fmla="*/ 0 h 1466204"/>
                <a:gd name="csX6" fmla="*/ 2534215 w 3630719"/>
                <a:gd name="csY6" fmla="*/ 29974 h 1466204"/>
                <a:gd name="csX7" fmla="*/ 2797686 w 3630719"/>
                <a:gd name="csY7" fmla="*/ 107466 h 1466204"/>
                <a:gd name="csX8" fmla="*/ 3014662 w 3630719"/>
                <a:gd name="csY8" fmla="*/ 200455 h 1466204"/>
                <a:gd name="csX9" fmla="*/ 3285883 w 3630719"/>
                <a:gd name="csY9" fmla="*/ 378686 h 1466204"/>
                <a:gd name="csX10" fmla="*/ 3440866 w 3630719"/>
                <a:gd name="csY10" fmla="*/ 494923 h 1466204"/>
                <a:gd name="csX11" fmla="*/ 3557103 w 3630719"/>
                <a:gd name="csY11" fmla="*/ 603411 h 1466204"/>
                <a:gd name="csX12" fmla="*/ 3619096 w 3630719"/>
                <a:gd name="csY12" fmla="*/ 773893 h 1466204"/>
                <a:gd name="csX13" fmla="*/ 3588100 w 3630719"/>
                <a:gd name="csY13" fmla="*/ 928876 h 1466204"/>
                <a:gd name="csX14" fmla="*/ 3216140 w 3630719"/>
                <a:gd name="csY14" fmla="*/ 1269838 h 1466204"/>
                <a:gd name="csX15" fmla="*/ 2075024 w 3630719"/>
                <a:gd name="csY15" fmla="*/ 1466204 h 1466204"/>
                <a:gd name="csX16" fmla="*/ 1170364 w 3630719"/>
                <a:gd name="csY16" fmla="*/ 1347330 h 1466204"/>
                <a:gd name="csX17" fmla="*/ 914642 w 3630719"/>
                <a:gd name="csY17" fmla="*/ 1285337 h 1466204"/>
                <a:gd name="csX18" fmla="*/ 596927 w 3630719"/>
                <a:gd name="csY18" fmla="*/ 1138103 h 1466204"/>
                <a:gd name="csX19" fmla="*/ 401422 w 3630719"/>
                <a:gd name="csY19" fmla="*/ 929252 h 1466204"/>
                <a:gd name="csX20" fmla="*/ 356703 w 3630719"/>
                <a:gd name="csY20" fmla="*/ 820388 h 1466204"/>
                <a:gd name="csX21" fmla="*/ 174598 w 3630719"/>
                <a:gd name="csY21" fmla="*/ 765713 h 1466204"/>
                <a:gd name="csX22" fmla="*/ 242 w 3630719"/>
                <a:gd name="csY22" fmla="*/ 572415 h 1466204"/>
                <a:gd name="csX23" fmla="*/ 212698 w 3630719"/>
                <a:gd name="csY23" fmla="*/ 695863 h 1466204"/>
                <a:gd name="csX0" fmla="*/ 212698 w 3630719"/>
                <a:gd name="csY0" fmla="*/ 695863 h 1466242"/>
                <a:gd name="csX1" fmla="*/ 354551 w 3630719"/>
                <a:gd name="csY1" fmla="*/ 720402 h 1466242"/>
                <a:gd name="csX2" fmla="*/ 604676 w 3630719"/>
                <a:gd name="csY2" fmla="*/ 440679 h 1466242"/>
                <a:gd name="csX3" fmla="*/ 1178867 w 3630719"/>
                <a:gd name="csY3" fmla="*/ 139592 h 1466242"/>
                <a:gd name="csX4" fmla="*/ 1691979 w 3630719"/>
                <a:gd name="csY4" fmla="*/ 22871 h 1466242"/>
                <a:gd name="csX5" fmla="*/ 2096065 w 3630719"/>
                <a:gd name="csY5" fmla="*/ 0 h 1466242"/>
                <a:gd name="csX6" fmla="*/ 2534215 w 3630719"/>
                <a:gd name="csY6" fmla="*/ 29974 h 1466242"/>
                <a:gd name="csX7" fmla="*/ 2797686 w 3630719"/>
                <a:gd name="csY7" fmla="*/ 107466 h 1466242"/>
                <a:gd name="csX8" fmla="*/ 3014662 w 3630719"/>
                <a:gd name="csY8" fmla="*/ 200455 h 1466242"/>
                <a:gd name="csX9" fmla="*/ 3285883 w 3630719"/>
                <a:gd name="csY9" fmla="*/ 378686 h 1466242"/>
                <a:gd name="csX10" fmla="*/ 3440866 w 3630719"/>
                <a:gd name="csY10" fmla="*/ 494923 h 1466242"/>
                <a:gd name="csX11" fmla="*/ 3557103 w 3630719"/>
                <a:gd name="csY11" fmla="*/ 603411 h 1466242"/>
                <a:gd name="csX12" fmla="*/ 3619096 w 3630719"/>
                <a:gd name="csY12" fmla="*/ 773893 h 1466242"/>
                <a:gd name="csX13" fmla="*/ 3588100 w 3630719"/>
                <a:gd name="csY13" fmla="*/ 928876 h 1466242"/>
                <a:gd name="csX14" fmla="*/ 3216140 w 3630719"/>
                <a:gd name="csY14" fmla="*/ 1269838 h 1466242"/>
                <a:gd name="csX15" fmla="*/ 2075024 w 3630719"/>
                <a:gd name="csY15" fmla="*/ 1466204 h 1466242"/>
                <a:gd name="csX16" fmla="*/ 914642 w 3630719"/>
                <a:gd name="csY16" fmla="*/ 1285337 h 1466242"/>
                <a:gd name="csX17" fmla="*/ 596927 w 3630719"/>
                <a:gd name="csY17" fmla="*/ 1138103 h 1466242"/>
                <a:gd name="csX18" fmla="*/ 401422 w 3630719"/>
                <a:gd name="csY18" fmla="*/ 929252 h 1466242"/>
                <a:gd name="csX19" fmla="*/ 356703 w 3630719"/>
                <a:gd name="csY19" fmla="*/ 820388 h 1466242"/>
                <a:gd name="csX20" fmla="*/ 174598 w 3630719"/>
                <a:gd name="csY20" fmla="*/ 765713 h 1466242"/>
                <a:gd name="csX21" fmla="*/ 242 w 3630719"/>
                <a:gd name="csY21" fmla="*/ 572415 h 1466242"/>
                <a:gd name="csX22" fmla="*/ 212698 w 3630719"/>
                <a:gd name="csY22" fmla="*/ 695863 h 1466242"/>
                <a:gd name="csX0" fmla="*/ 212698 w 3630719"/>
                <a:gd name="csY0" fmla="*/ 695863 h 1466267"/>
                <a:gd name="csX1" fmla="*/ 354551 w 3630719"/>
                <a:gd name="csY1" fmla="*/ 720402 h 1466267"/>
                <a:gd name="csX2" fmla="*/ 604676 w 3630719"/>
                <a:gd name="csY2" fmla="*/ 440679 h 1466267"/>
                <a:gd name="csX3" fmla="*/ 1178867 w 3630719"/>
                <a:gd name="csY3" fmla="*/ 139592 h 1466267"/>
                <a:gd name="csX4" fmla="*/ 1691979 w 3630719"/>
                <a:gd name="csY4" fmla="*/ 22871 h 1466267"/>
                <a:gd name="csX5" fmla="*/ 2096065 w 3630719"/>
                <a:gd name="csY5" fmla="*/ 0 h 1466267"/>
                <a:gd name="csX6" fmla="*/ 2534215 w 3630719"/>
                <a:gd name="csY6" fmla="*/ 29974 h 1466267"/>
                <a:gd name="csX7" fmla="*/ 2797686 w 3630719"/>
                <a:gd name="csY7" fmla="*/ 107466 h 1466267"/>
                <a:gd name="csX8" fmla="*/ 3014662 w 3630719"/>
                <a:gd name="csY8" fmla="*/ 200455 h 1466267"/>
                <a:gd name="csX9" fmla="*/ 3285883 w 3630719"/>
                <a:gd name="csY9" fmla="*/ 378686 h 1466267"/>
                <a:gd name="csX10" fmla="*/ 3440866 w 3630719"/>
                <a:gd name="csY10" fmla="*/ 494923 h 1466267"/>
                <a:gd name="csX11" fmla="*/ 3557103 w 3630719"/>
                <a:gd name="csY11" fmla="*/ 603411 h 1466267"/>
                <a:gd name="csX12" fmla="*/ 3619096 w 3630719"/>
                <a:gd name="csY12" fmla="*/ 773893 h 1466267"/>
                <a:gd name="csX13" fmla="*/ 3588100 w 3630719"/>
                <a:gd name="csY13" fmla="*/ 928876 h 1466267"/>
                <a:gd name="csX14" fmla="*/ 3216140 w 3630719"/>
                <a:gd name="csY14" fmla="*/ 1269838 h 1466267"/>
                <a:gd name="csX15" fmla="*/ 2075024 w 3630719"/>
                <a:gd name="csY15" fmla="*/ 1466204 h 1466267"/>
                <a:gd name="csX16" fmla="*/ 914642 w 3630719"/>
                <a:gd name="csY16" fmla="*/ 1285337 h 1466267"/>
                <a:gd name="csX17" fmla="*/ 596927 w 3630719"/>
                <a:gd name="csY17" fmla="*/ 1138103 h 1466267"/>
                <a:gd name="csX18" fmla="*/ 401422 w 3630719"/>
                <a:gd name="csY18" fmla="*/ 929252 h 1466267"/>
                <a:gd name="csX19" fmla="*/ 356703 w 3630719"/>
                <a:gd name="csY19" fmla="*/ 820388 h 1466267"/>
                <a:gd name="csX20" fmla="*/ 174598 w 3630719"/>
                <a:gd name="csY20" fmla="*/ 765713 h 1466267"/>
                <a:gd name="csX21" fmla="*/ 242 w 3630719"/>
                <a:gd name="csY21" fmla="*/ 572415 h 1466267"/>
                <a:gd name="csX22" fmla="*/ 212698 w 3630719"/>
                <a:gd name="csY22" fmla="*/ 695863 h 1466267"/>
                <a:gd name="csX0" fmla="*/ 212698 w 3632548"/>
                <a:gd name="csY0" fmla="*/ 695863 h 1466267"/>
                <a:gd name="csX1" fmla="*/ 354551 w 3632548"/>
                <a:gd name="csY1" fmla="*/ 720402 h 1466267"/>
                <a:gd name="csX2" fmla="*/ 604676 w 3632548"/>
                <a:gd name="csY2" fmla="*/ 440679 h 1466267"/>
                <a:gd name="csX3" fmla="*/ 1178867 w 3632548"/>
                <a:gd name="csY3" fmla="*/ 139592 h 1466267"/>
                <a:gd name="csX4" fmla="*/ 1691979 w 3632548"/>
                <a:gd name="csY4" fmla="*/ 22871 h 1466267"/>
                <a:gd name="csX5" fmla="*/ 2096065 w 3632548"/>
                <a:gd name="csY5" fmla="*/ 0 h 1466267"/>
                <a:gd name="csX6" fmla="*/ 2534215 w 3632548"/>
                <a:gd name="csY6" fmla="*/ 29974 h 1466267"/>
                <a:gd name="csX7" fmla="*/ 2797686 w 3632548"/>
                <a:gd name="csY7" fmla="*/ 107466 h 1466267"/>
                <a:gd name="csX8" fmla="*/ 3014662 w 3632548"/>
                <a:gd name="csY8" fmla="*/ 200455 h 1466267"/>
                <a:gd name="csX9" fmla="*/ 3285883 w 3632548"/>
                <a:gd name="csY9" fmla="*/ 378686 h 1466267"/>
                <a:gd name="csX10" fmla="*/ 3440866 w 3632548"/>
                <a:gd name="csY10" fmla="*/ 494923 h 1466267"/>
                <a:gd name="csX11" fmla="*/ 3557103 w 3632548"/>
                <a:gd name="csY11" fmla="*/ 603411 h 1466267"/>
                <a:gd name="csX12" fmla="*/ 3619096 w 3632548"/>
                <a:gd name="csY12" fmla="*/ 773893 h 1466267"/>
                <a:gd name="csX13" fmla="*/ 3591275 w 3632548"/>
                <a:gd name="csY13" fmla="*/ 938401 h 1466267"/>
                <a:gd name="csX14" fmla="*/ 3216140 w 3632548"/>
                <a:gd name="csY14" fmla="*/ 1269838 h 1466267"/>
                <a:gd name="csX15" fmla="*/ 2075024 w 3632548"/>
                <a:gd name="csY15" fmla="*/ 1466204 h 1466267"/>
                <a:gd name="csX16" fmla="*/ 914642 w 3632548"/>
                <a:gd name="csY16" fmla="*/ 1285337 h 1466267"/>
                <a:gd name="csX17" fmla="*/ 596927 w 3632548"/>
                <a:gd name="csY17" fmla="*/ 1138103 h 1466267"/>
                <a:gd name="csX18" fmla="*/ 401422 w 3632548"/>
                <a:gd name="csY18" fmla="*/ 929252 h 1466267"/>
                <a:gd name="csX19" fmla="*/ 356703 w 3632548"/>
                <a:gd name="csY19" fmla="*/ 820388 h 1466267"/>
                <a:gd name="csX20" fmla="*/ 174598 w 3632548"/>
                <a:gd name="csY20" fmla="*/ 765713 h 1466267"/>
                <a:gd name="csX21" fmla="*/ 242 w 3632548"/>
                <a:gd name="csY21" fmla="*/ 572415 h 1466267"/>
                <a:gd name="csX22" fmla="*/ 212698 w 3632548"/>
                <a:gd name="csY22" fmla="*/ 695863 h 1466267"/>
                <a:gd name="csX0" fmla="*/ 212698 w 3632548"/>
                <a:gd name="csY0" fmla="*/ 695863 h 1466267"/>
                <a:gd name="csX1" fmla="*/ 354551 w 3632548"/>
                <a:gd name="csY1" fmla="*/ 720402 h 1466267"/>
                <a:gd name="csX2" fmla="*/ 604676 w 3632548"/>
                <a:gd name="csY2" fmla="*/ 440679 h 1466267"/>
                <a:gd name="csX3" fmla="*/ 1178867 w 3632548"/>
                <a:gd name="csY3" fmla="*/ 139592 h 1466267"/>
                <a:gd name="csX4" fmla="*/ 1691979 w 3632548"/>
                <a:gd name="csY4" fmla="*/ 22871 h 1466267"/>
                <a:gd name="csX5" fmla="*/ 2096065 w 3632548"/>
                <a:gd name="csY5" fmla="*/ 0 h 1466267"/>
                <a:gd name="csX6" fmla="*/ 2534215 w 3632548"/>
                <a:gd name="csY6" fmla="*/ 29974 h 1466267"/>
                <a:gd name="csX7" fmla="*/ 2797686 w 3632548"/>
                <a:gd name="csY7" fmla="*/ 107466 h 1466267"/>
                <a:gd name="csX8" fmla="*/ 3014662 w 3632548"/>
                <a:gd name="csY8" fmla="*/ 200455 h 1466267"/>
                <a:gd name="csX9" fmla="*/ 3285883 w 3632548"/>
                <a:gd name="csY9" fmla="*/ 378686 h 1466267"/>
                <a:gd name="csX10" fmla="*/ 3440866 w 3632548"/>
                <a:gd name="csY10" fmla="*/ 494923 h 1466267"/>
                <a:gd name="csX11" fmla="*/ 3557103 w 3632548"/>
                <a:gd name="csY11" fmla="*/ 603411 h 1466267"/>
                <a:gd name="csX12" fmla="*/ 3619096 w 3632548"/>
                <a:gd name="csY12" fmla="*/ 773893 h 1466267"/>
                <a:gd name="csX13" fmla="*/ 3591275 w 3632548"/>
                <a:gd name="csY13" fmla="*/ 938401 h 1466267"/>
                <a:gd name="csX14" fmla="*/ 3216140 w 3632548"/>
                <a:gd name="csY14" fmla="*/ 1269838 h 1466267"/>
                <a:gd name="csX15" fmla="*/ 2075024 w 3632548"/>
                <a:gd name="csY15" fmla="*/ 1466204 h 1466267"/>
                <a:gd name="csX16" fmla="*/ 914642 w 3632548"/>
                <a:gd name="csY16" fmla="*/ 1285337 h 1466267"/>
                <a:gd name="csX17" fmla="*/ 596927 w 3632548"/>
                <a:gd name="csY17" fmla="*/ 1138103 h 1466267"/>
                <a:gd name="csX18" fmla="*/ 401422 w 3632548"/>
                <a:gd name="csY18" fmla="*/ 929252 h 1466267"/>
                <a:gd name="csX19" fmla="*/ 356703 w 3632548"/>
                <a:gd name="csY19" fmla="*/ 820388 h 1466267"/>
                <a:gd name="csX20" fmla="*/ 174598 w 3632548"/>
                <a:gd name="csY20" fmla="*/ 765713 h 1466267"/>
                <a:gd name="csX21" fmla="*/ 242 w 3632548"/>
                <a:gd name="csY21" fmla="*/ 572415 h 1466267"/>
                <a:gd name="csX22" fmla="*/ 212698 w 3632548"/>
                <a:gd name="csY22" fmla="*/ 695863 h 1466267"/>
                <a:gd name="csX0" fmla="*/ 212698 w 3632548"/>
                <a:gd name="csY0" fmla="*/ 695863 h 1466267"/>
                <a:gd name="csX1" fmla="*/ 354551 w 3632548"/>
                <a:gd name="csY1" fmla="*/ 720402 h 1466267"/>
                <a:gd name="csX2" fmla="*/ 604676 w 3632548"/>
                <a:gd name="csY2" fmla="*/ 440679 h 1466267"/>
                <a:gd name="csX3" fmla="*/ 1178867 w 3632548"/>
                <a:gd name="csY3" fmla="*/ 139592 h 1466267"/>
                <a:gd name="csX4" fmla="*/ 1691979 w 3632548"/>
                <a:gd name="csY4" fmla="*/ 22871 h 1466267"/>
                <a:gd name="csX5" fmla="*/ 2096065 w 3632548"/>
                <a:gd name="csY5" fmla="*/ 0 h 1466267"/>
                <a:gd name="csX6" fmla="*/ 2534215 w 3632548"/>
                <a:gd name="csY6" fmla="*/ 29974 h 1466267"/>
                <a:gd name="csX7" fmla="*/ 2797686 w 3632548"/>
                <a:gd name="csY7" fmla="*/ 107466 h 1466267"/>
                <a:gd name="csX8" fmla="*/ 3014662 w 3632548"/>
                <a:gd name="csY8" fmla="*/ 200455 h 1466267"/>
                <a:gd name="csX9" fmla="*/ 3285883 w 3632548"/>
                <a:gd name="csY9" fmla="*/ 378686 h 1466267"/>
                <a:gd name="csX10" fmla="*/ 3440866 w 3632548"/>
                <a:gd name="csY10" fmla="*/ 494923 h 1466267"/>
                <a:gd name="csX11" fmla="*/ 3557103 w 3632548"/>
                <a:gd name="csY11" fmla="*/ 603411 h 1466267"/>
                <a:gd name="csX12" fmla="*/ 3619096 w 3632548"/>
                <a:gd name="csY12" fmla="*/ 773893 h 1466267"/>
                <a:gd name="csX13" fmla="*/ 3591275 w 3632548"/>
                <a:gd name="csY13" fmla="*/ 938401 h 1466267"/>
                <a:gd name="csX14" fmla="*/ 3216140 w 3632548"/>
                <a:gd name="csY14" fmla="*/ 1269838 h 1466267"/>
                <a:gd name="csX15" fmla="*/ 2075024 w 3632548"/>
                <a:gd name="csY15" fmla="*/ 1466204 h 1466267"/>
                <a:gd name="csX16" fmla="*/ 914642 w 3632548"/>
                <a:gd name="csY16" fmla="*/ 1285337 h 1466267"/>
                <a:gd name="csX17" fmla="*/ 596927 w 3632548"/>
                <a:gd name="csY17" fmla="*/ 1138103 h 1466267"/>
                <a:gd name="csX18" fmla="*/ 401422 w 3632548"/>
                <a:gd name="csY18" fmla="*/ 929252 h 1466267"/>
                <a:gd name="csX19" fmla="*/ 356703 w 3632548"/>
                <a:gd name="csY19" fmla="*/ 820388 h 1466267"/>
                <a:gd name="csX20" fmla="*/ 174598 w 3632548"/>
                <a:gd name="csY20" fmla="*/ 765713 h 1466267"/>
                <a:gd name="csX21" fmla="*/ 242 w 3632548"/>
                <a:gd name="csY21" fmla="*/ 572415 h 1466267"/>
                <a:gd name="csX22" fmla="*/ 212698 w 3632548"/>
                <a:gd name="csY22" fmla="*/ 695863 h 1466267"/>
                <a:gd name="csX0" fmla="*/ 212698 w 3634457"/>
                <a:gd name="csY0" fmla="*/ 695863 h 1466267"/>
                <a:gd name="csX1" fmla="*/ 354551 w 3634457"/>
                <a:gd name="csY1" fmla="*/ 720402 h 1466267"/>
                <a:gd name="csX2" fmla="*/ 604676 w 3634457"/>
                <a:gd name="csY2" fmla="*/ 440679 h 1466267"/>
                <a:gd name="csX3" fmla="*/ 1178867 w 3634457"/>
                <a:gd name="csY3" fmla="*/ 139592 h 1466267"/>
                <a:gd name="csX4" fmla="*/ 1691979 w 3634457"/>
                <a:gd name="csY4" fmla="*/ 22871 h 1466267"/>
                <a:gd name="csX5" fmla="*/ 2096065 w 3634457"/>
                <a:gd name="csY5" fmla="*/ 0 h 1466267"/>
                <a:gd name="csX6" fmla="*/ 2534215 w 3634457"/>
                <a:gd name="csY6" fmla="*/ 29974 h 1466267"/>
                <a:gd name="csX7" fmla="*/ 2797686 w 3634457"/>
                <a:gd name="csY7" fmla="*/ 107466 h 1466267"/>
                <a:gd name="csX8" fmla="*/ 3014662 w 3634457"/>
                <a:gd name="csY8" fmla="*/ 200455 h 1466267"/>
                <a:gd name="csX9" fmla="*/ 3285883 w 3634457"/>
                <a:gd name="csY9" fmla="*/ 378686 h 1466267"/>
                <a:gd name="csX10" fmla="*/ 3440866 w 3634457"/>
                <a:gd name="csY10" fmla="*/ 494923 h 1466267"/>
                <a:gd name="csX11" fmla="*/ 3557103 w 3634457"/>
                <a:gd name="csY11" fmla="*/ 603411 h 1466267"/>
                <a:gd name="csX12" fmla="*/ 3619096 w 3634457"/>
                <a:gd name="csY12" fmla="*/ 773893 h 1466267"/>
                <a:gd name="csX13" fmla="*/ 3594450 w 3634457"/>
                <a:gd name="csY13" fmla="*/ 1011426 h 1466267"/>
                <a:gd name="csX14" fmla="*/ 3216140 w 3634457"/>
                <a:gd name="csY14" fmla="*/ 1269838 h 1466267"/>
                <a:gd name="csX15" fmla="*/ 2075024 w 3634457"/>
                <a:gd name="csY15" fmla="*/ 1466204 h 1466267"/>
                <a:gd name="csX16" fmla="*/ 914642 w 3634457"/>
                <a:gd name="csY16" fmla="*/ 1285337 h 1466267"/>
                <a:gd name="csX17" fmla="*/ 596927 w 3634457"/>
                <a:gd name="csY17" fmla="*/ 1138103 h 1466267"/>
                <a:gd name="csX18" fmla="*/ 401422 w 3634457"/>
                <a:gd name="csY18" fmla="*/ 929252 h 1466267"/>
                <a:gd name="csX19" fmla="*/ 356703 w 3634457"/>
                <a:gd name="csY19" fmla="*/ 820388 h 1466267"/>
                <a:gd name="csX20" fmla="*/ 174598 w 3634457"/>
                <a:gd name="csY20" fmla="*/ 765713 h 1466267"/>
                <a:gd name="csX21" fmla="*/ 242 w 3634457"/>
                <a:gd name="csY21" fmla="*/ 572415 h 1466267"/>
                <a:gd name="csX22" fmla="*/ 212698 w 3634457"/>
                <a:gd name="csY22" fmla="*/ 695863 h 1466267"/>
                <a:gd name="csX0" fmla="*/ 212698 w 3699267"/>
                <a:gd name="csY0" fmla="*/ 695863 h 1466267"/>
                <a:gd name="csX1" fmla="*/ 354551 w 3699267"/>
                <a:gd name="csY1" fmla="*/ 720402 h 1466267"/>
                <a:gd name="csX2" fmla="*/ 604676 w 3699267"/>
                <a:gd name="csY2" fmla="*/ 440679 h 1466267"/>
                <a:gd name="csX3" fmla="*/ 1178867 w 3699267"/>
                <a:gd name="csY3" fmla="*/ 139592 h 1466267"/>
                <a:gd name="csX4" fmla="*/ 1691979 w 3699267"/>
                <a:gd name="csY4" fmla="*/ 22871 h 1466267"/>
                <a:gd name="csX5" fmla="*/ 2096065 w 3699267"/>
                <a:gd name="csY5" fmla="*/ 0 h 1466267"/>
                <a:gd name="csX6" fmla="*/ 2534215 w 3699267"/>
                <a:gd name="csY6" fmla="*/ 29974 h 1466267"/>
                <a:gd name="csX7" fmla="*/ 2797686 w 3699267"/>
                <a:gd name="csY7" fmla="*/ 107466 h 1466267"/>
                <a:gd name="csX8" fmla="*/ 3014662 w 3699267"/>
                <a:gd name="csY8" fmla="*/ 200455 h 1466267"/>
                <a:gd name="csX9" fmla="*/ 3285883 w 3699267"/>
                <a:gd name="csY9" fmla="*/ 378686 h 1466267"/>
                <a:gd name="csX10" fmla="*/ 3440866 w 3699267"/>
                <a:gd name="csY10" fmla="*/ 494923 h 1466267"/>
                <a:gd name="csX11" fmla="*/ 3557103 w 3699267"/>
                <a:gd name="csY11" fmla="*/ 603411 h 1466267"/>
                <a:gd name="csX12" fmla="*/ 3698471 w 3699267"/>
                <a:gd name="csY12" fmla="*/ 704043 h 1466267"/>
                <a:gd name="csX13" fmla="*/ 3594450 w 3699267"/>
                <a:gd name="csY13" fmla="*/ 1011426 h 1466267"/>
                <a:gd name="csX14" fmla="*/ 3216140 w 3699267"/>
                <a:gd name="csY14" fmla="*/ 1269838 h 1466267"/>
                <a:gd name="csX15" fmla="*/ 2075024 w 3699267"/>
                <a:gd name="csY15" fmla="*/ 1466204 h 1466267"/>
                <a:gd name="csX16" fmla="*/ 914642 w 3699267"/>
                <a:gd name="csY16" fmla="*/ 1285337 h 1466267"/>
                <a:gd name="csX17" fmla="*/ 596927 w 3699267"/>
                <a:gd name="csY17" fmla="*/ 1138103 h 1466267"/>
                <a:gd name="csX18" fmla="*/ 401422 w 3699267"/>
                <a:gd name="csY18" fmla="*/ 929252 h 1466267"/>
                <a:gd name="csX19" fmla="*/ 356703 w 3699267"/>
                <a:gd name="csY19" fmla="*/ 820388 h 1466267"/>
                <a:gd name="csX20" fmla="*/ 174598 w 3699267"/>
                <a:gd name="csY20" fmla="*/ 765713 h 1466267"/>
                <a:gd name="csX21" fmla="*/ 242 w 3699267"/>
                <a:gd name="csY21" fmla="*/ 572415 h 1466267"/>
                <a:gd name="csX22" fmla="*/ 212698 w 3699267"/>
                <a:gd name="csY22" fmla="*/ 695863 h 1466267"/>
                <a:gd name="csX0" fmla="*/ 212698 w 3705275"/>
                <a:gd name="csY0" fmla="*/ 695863 h 1466267"/>
                <a:gd name="csX1" fmla="*/ 354551 w 3705275"/>
                <a:gd name="csY1" fmla="*/ 720402 h 1466267"/>
                <a:gd name="csX2" fmla="*/ 604676 w 3705275"/>
                <a:gd name="csY2" fmla="*/ 440679 h 1466267"/>
                <a:gd name="csX3" fmla="*/ 1178867 w 3705275"/>
                <a:gd name="csY3" fmla="*/ 139592 h 1466267"/>
                <a:gd name="csX4" fmla="*/ 1691979 w 3705275"/>
                <a:gd name="csY4" fmla="*/ 22871 h 1466267"/>
                <a:gd name="csX5" fmla="*/ 2096065 w 3705275"/>
                <a:gd name="csY5" fmla="*/ 0 h 1466267"/>
                <a:gd name="csX6" fmla="*/ 2534215 w 3705275"/>
                <a:gd name="csY6" fmla="*/ 29974 h 1466267"/>
                <a:gd name="csX7" fmla="*/ 2797686 w 3705275"/>
                <a:gd name="csY7" fmla="*/ 107466 h 1466267"/>
                <a:gd name="csX8" fmla="*/ 3014662 w 3705275"/>
                <a:gd name="csY8" fmla="*/ 200455 h 1466267"/>
                <a:gd name="csX9" fmla="*/ 3285883 w 3705275"/>
                <a:gd name="csY9" fmla="*/ 378686 h 1466267"/>
                <a:gd name="csX10" fmla="*/ 3440866 w 3705275"/>
                <a:gd name="csY10" fmla="*/ 494923 h 1466267"/>
                <a:gd name="csX11" fmla="*/ 3698471 w 3705275"/>
                <a:gd name="csY11" fmla="*/ 704043 h 1466267"/>
                <a:gd name="csX12" fmla="*/ 3594450 w 3705275"/>
                <a:gd name="csY12" fmla="*/ 1011426 h 1466267"/>
                <a:gd name="csX13" fmla="*/ 3216140 w 3705275"/>
                <a:gd name="csY13" fmla="*/ 1269838 h 1466267"/>
                <a:gd name="csX14" fmla="*/ 2075024 w 3705275"/>
                <a:gd name="csY14" fmla="*/ 1466204 h 1466267"/>
                <a:gd name="csX15" fmla="*/ 914642 w 3705275"/>
                <a:gd name="csY15" fmla="*/ 1285337 h 1466267"/>
                <a:gd name="csX16" fmla="*/ 596927 w 3705275"/>
                <a:gd name="csY16" fmla="*/ 1138103 h 1466267"/>
                <a:gd name="csX17" fmla="*/ 401422 w 3705275"/>
                <a:gd name="csY17" fmla="*/ 929252 h 1466267"/>
                <a:gd name="csX18" fmla="*/ 356703 w 3705275"/>
                <a:gd name="csY18" fmla="*/ 820388 h 1466267"/>
                <a:gd name="csX19" fmla="*/ 174598 w 3705275"/>
                <a:gd name="csY19" fmla="*/ 765713 h 1466267"/>
                <a:gd name="csX20" fmla="*/ 242 w 3705275"/>
                <a:gd name="csY20" fmla="*/ 572415 h 1466267"/>
                <a:gd name="csX21" fmla="*/ 212698 w 3705275"/>
                <a:gd name="csY21" fmla="*/ 695863 h 1466267"/>
                <a:gd name="csX0" fmla="*/ 212698 w 3715357"/>
                <a:gd name="csY0" fmla="*/ 695863 h 1466267"/>
                <a:gd name="csX1" fmla="*/ 354551 w 3715357"/>
                <a:gd name="csY1" fmla="*/ 720402 h 1466267"/>
                <a:gd name="csX2" fmla="*/ 604676 w 3715357"/>
                <a:gd name="csY2" fmla="*/ 440679 h 1466267"/>
                <a:gd name="csX3" fmla="*/ 1178867 w 3715357"/>
                <a:gd name="csY3" fmla="*/ 139592 h 1466267"/>
                <a:gd name="csX4" fmla="*/ 1691979 w 3715357"/>
                <a:gd name="csY4" fmla="*/ 22871 h 1466267"/>
                <a:gd name="csX5" fmla="*/ 2096065 w 3715357"/>
                <a:gd name="csY5" fmla="*/ 0 h 1466267"/>
                <a:gd name="csX6" fmla="*/ 2534215 w 3715357"/>
                <a:gd name="csY6" fmla="*/ 29974 h 1466267"/>
                <a:gd name="csX7" fmla="*/ 2797686 w 3715357"/>
                <a:gd name="csY7" fmla="*/ 107466 h 1466267"/>
                <a:gd name="csX8" fmla="*/ 3014662 w 3715357"/>
                <a:gd name="csY8" fmla="*/ 200455 h 1466267"/>
                <a:gd name="csX9" fmla="*/ 3285883 w 3715357"/>
                <a:gd name="csY9" fmla="*/ 378686 h 1466267"/>
                <a:gd name="csX10" fmla="*/ 3698471 w 3715357"/>
                <a:gd name="csY10" fmla="*/ 704043 h 1466267"/>
                <a:gd name="csX11" fmla="*/ 3594450 w 3715357"/>
                <a:gd name="csY11" fmla="*/ 1011426 h 1466267"/>
                <a:gd name="csX12" fmla="*/ 3216140 w 3715357"/>
                <a:gd name="csY12" fmla="*/ 1269838 h 1466267"/>
                <a:gd name="csX13" fmla="*/ 2075024 w 3715357"/>
                <a:gd name="csY13" fmla="*/ 1466204 h 1466267"/>
                <a:gd name="csX14" fmla="*/ 914642 w 3715357"/>
                <a:gd name="csY14" fmla="*/ 1285337 h 1466267"/>
                <a:gd name="csX15" fmla="*/ 596927 w 3715357"/>
                <a:gd name="csY15" fmla="*/ 1138103 h 1466267"/>
                <a:gd name="csX16" fmla="*/ 401422 w 3715357"/>
                <a:gd name="csY16" fmla="*/ 929252 h 1466267"/>
                <a:gd name="csX17" fmla="*/ 356703 w 3715357"/>
                <a:gd name="csY17" fmla="*/ 820388 h 1466267"/>
                <a:gd name="csX18" fmla="*/ 174598 w 3715357"/>
                <a:gd name="csY18" fmla="*/ 765713 h 1466267"/>
                <a:gd name="csX19" fmla="*/ 242 w 3715357"/>
                <a:gd name="csY19" fmla="*/ 572415 h 1466267"/>
                <a:gd name="csX20" fmla="*/ 212698 w 3715357"/>
                <a:gd name="csY20" fmla="*/ 695863 h 1466267"/>
                <a:gd name="csX0" fmla="*/ 212698 w 3734377"/>
                <a:gd name="csY0" fmla="*/ 695863 h 1466267"/>
                <a:gd name="csX1" fmla="*/ 354551 w 3734377"/>
                <a:gd name="csY1" fmla="*/ 720402 h 1466267"/>
                <a:gd name="csX2" fmla="*/ 604676 w 3734377"/>
                <a:gd name="csY2" fmla="*/ 440679 h 1466267"/>
                <a:gd name="csX3" fmla="*/ 1178867 w 3734377"/>
                <a:gd name="csY3" fmla="*/ 139592 h 1466267"/>
                <a:gd name="csX4" fmla="*/ 1691979 w 3734377"/>
                <a:gd name="csY4" fmla="*/ 22871 h 1466267"/>
                <a:gd name="csX5" fmla="*/ 2096065 w 3734377"/>
                <a:gd name="csY5" fmla="*/ 0 h 1466267"/>
                <a:gd name="csX6" fmla="*/ 2534215 w 3734377"/>
                <a:gd name="csY6" fmla="*/ 29974 h 1466267"/>
                <a:gd name="csX7" fmla="*/ 2797686 w 3734377"/>
                <a:gd name="csY7" fmla="*/ 107466 h 1466267"/>
                <a:gd name="csX8" fmla="*/ 3014662 w 3734377"/>
                <a:gd name="csY8" fmla="*/ 200455 h 1466267"/>
                <a:gd name="csX9" fmla="*/ 3698471 w 3734377"/>
                <a:gd name="csY9" fmla="*/ 704043 h 1466267"/>
                <a:gd name="csX10" fmla="*/ 3594450 w 3734377"/>
                <a:gd name="csY10" fmla="*/ 1011426 h 1466267"/>
                <a:gd name="csX11" fmla="*/ 3216140 w 3734377"/>
                <a:gd name="csY11" fmla="*/ 1269838 h 1466267"/>
                <a:gd name="csX12" fmla="*/ 2075024 w 3734377"/>
                <a:gd name="csY12" fmla="*/ 1466204 h 1466267"/>
                <a:gd name="csX13" fmla="*/ 914642 w 3734377"/>
                <a:gd name="csY13" fmla="*/ 1285337 h 1466267"/>
                <a:gd name="csX14" fmla="*/ 596927 w 3734377"/>
                <a:gd name="csY14" fmla="*/ 1138103 h 1466267"/>
                <a:gd name="csX15" fmla="*/ 401422 w 3734377"/>
                <a:gd name="csY15" fmla="*/ 929252 h 1466267"/>
                <a:gd name="csX16" fmla="*/ 356703 w 3734377"/>
                <a:gd name="csY16" fmla="*/ 820388 h 1466267"/>
                <a:gd name="csX17" fmla="*/ 174598 w 3734377"/>
                <a:gd name="csY17" fmla="*/ 765713 h 1466267"/>
                <a:gd name="csX18" fmla="*/ 242 w 3734377"/>
                <a:gd name="csY18" fmla="*/ 572415 h 1466267"/>
                <a:gd name="csX19" fmla="*/ 212698 w 3734377"/>
                <a:gd name="csY19" fmla="*/ 695863 h 1466267"/>
                <a:gd name="csX0" fmla="*/ 212698 w 3724689"/>
                <a:gd name="csY0" fmla="*/ 695863 h 1466267"/>
                <a:gd name="csX1" fmla="*/ 354551 w 3724689"/>
                <a:gd name="csY1" fmla="*/ 720402 h 1466267"/>
                <a:gd name="csX2" fmla="*/ 604676 w 3724689"/>
                <a:gd name="csY2" fmla="*/ 440679 h 1466267"/>
                <a:gd name="csX3" fmla="*/ 1178867 w 3724689"/>
                <a:gd name="csY3" fmla="*/ 139592 h 1466267"/>
                <a:gd name="csX4" fmla="*/ 1691979 w 3724689"/>
                <a:gd name="csY4" fmla="*/ 22871 h 1466267"/>
                <a:gd name="csX5" fmla="*/ 2096065 w 3724689"/>
                <a:gd name="csY5" fmla="*/ 0 h 1466267"/>
                <a:gd name="csX6" fmla="*/ 2534215 w 3724689"/>
                <a:gd name="csY6" fmla="*/ 29974 h 1466267"/>
                <a:gd name="csX7" fmla="*/ 2797686 w 3724689"/>
                <a:gd name="csY7" fmla="*/ 107466 h 1466267"/>
                <a:gd name="csX8" fmla="*/ 3151187 w 3724689"/>
                <a:gd name="csY8" fmla="*/ 124255 h 1466267"/>
                <a:gd name="csX9" fmla="*/ 3698471 w 3724689"/>
                <a:gd name="csY9" fmla="*/ 704043 h 1466267"/>
                <a:gd name="csX10" fmla="*/ 3594450 w 3724689"/>
                <a:gd name="csY10" fmla="*/ 1011426 h 1466267"/>
                <a:gd name="csX11" fmla="*/ 3216140 w 3724689"/>
                <a:gd name="csY11" fmla="*/ 1269838 h 1466267"/>
                <a:gd name="csX12" fmla="*/ 2075024 w 3724689"/>
                <a:gd name="csY12" fmla="*/ 1466204 h 1466267"/>
                <a:gd name="csX13" fmla="*/ 914642 w 3724689"/>
                <a:gd name="csY13" fmla="*/ 1285337 h 1466267"/>
                <a:gd name="csX14" fmla="*/ 596927 w 3724689"/>
                <a:gd name="csY14" fmla="*/ 1138103 h 1466267"/>
                <a:gd name="csX15" fmla="*/ 401422 w 3724689"/>
                <a:gd name="csY15" fmla="*/ 929252 h 1466267"/>
                <a:gd name="csX16" fmla="*/ 356703 w 3724689"/>
                <a:gd name="csY16" fmla="*/ 820388 h 1466267"/>
                <a:gd name="csX17" fmla="*/ 174598 w 3724689"/>
                <a:gd name="csY17" fmla="*/ 765713 h 1466267"/>
                <a:gd name="csX18" fmla="*/ 242 w 3724689"/>
                <a:gd name="csY18" fmla="*/ 572415 h 1466267"/>
                <a:gd name="csX19" fmla="*/ 212698 w 3724689"/>
                <a:gd name="csY19" fmla="*/ 695863 h 1466267"/>
                <a:gd name="csX0" fmla="*/ 212698 w 3724689"/>
                <a:gd name="csY0" fmla="*/ 695863 h 1466267"/>
                <a:gd name="csX1" fmla="*/ 354551 w 3724689"/>
                <a:gd name="csY1" fmla="*/ 720402 h 1466267"/>
                <a:gd name="csX2" fmla="*/ 604676 w 3724689"/>
                <a:gd name="csY2" fmla="*/ 440679 h 1466267"/>
                <a:gd name="csX3" fmla="*/ 1178867 w 3724689"/>
                <a:gd name="csY3" fmla="*/ 139592 h 1466267"/>
                <a:gd name="csX4" fmla="*/ 1691979 w 3724689"/>
                <a:gd name="csY4" fmla="*/ 22871 h 1466267"/>
                <a:gd name="csX5" fmla="*/ 2096065 w 3724689"/>
                <a:gd name="csY5" fmla="*/ 0 h 1466267"/>
                <a:gd name="csX6" fmla="*/ 2534215 w 3724689"/>
                <a:gd name="csY6" fmla="*/ 29974 h 1466267"/>
                <a:gd name="csX7" fmla="*/ 3151187 w 3724689"/>
                <a:gd name="csY7" fmla="*/ 124255 h 1466267"/>
                <a:gd name="csX8" fmla="*/ 3698471 w 3724689"/>
                <a:gd name="csY8" fmla="*/ 704043 h 1466267"/>
                <a:gd name="csX9" fmla="*/ 3594450 w 3724689"/>
                <a:gd name="csY9" fmla="*/ 1011426 h 1466267"/>
                <a:gd name="csX10" fmla="*/ 3216140 w 3724689"/>
                <a:gd name="csY10" fmla="*/ 1269838 h 1466267"/>
                <a:gd name="csX11" fmla="*/ 2075024 w 3724689"/>
                <a:gd name="csY11" fmla="*/ 1466204 h 1466267"/>
                <a:gd name="csX12" fmla="*/ 914642 w 3724689"/>
                <a:gd name="csY12" fmla="*/ 1285337 h 1466267"/>
                <a:gd name="csX13" fmla="*/ 596927 w 3724689"/>
                <a:gd name="csY13" fmla="*/ 1138103 h 1466267"/>
                <a:gd name="csX14" fmla="*/ 401422 w 3724689"/>
                <a:gd name="csY14" fmla="*/ 929252 h 1466267"/>
                <a:gd name="csX15" fmla="*/ 356703 w 3724689"/>
                <a:gd name="csY15" fmla="*/ 820388 h 1466267"/>
                <a:gd name="csX16" fmla="*/ 174598 w 3724689"/>
                <a:gd name="csY16" fmla="*/ 765713 h 1466267"/>
                <a:gd name="csX17" fmla="*/ 242 w 3724689"/>
                <a:gd name="csY17" fmla="*/ 572415 h 1466267"/>
                <a:gd name="csX18" fmla="*/ 212698 w 3724689"/>
                <a:gd name="csY18" fmla="*/ 695863 h 1466267"/>
                <a:gd name="csX0" fmla="*/ 212698 w 3724689"/>
                <a:gd name="csY0" fmla="*/ 700814 h 1471218"/>
                <a:gd name="csX1" fmla="*/ 354551 w 3724689"/>
                <a:gd name="csY1" fmla="*/ 725353 h 1471218"/>
                <a:gd name="csX2" fmla="*/ 604676 w 3724689"/>
                <a:gd name="csY2" fmla="*/ 445630 h 1471218"/>
                <a:gd name="csX3" fmla="*/ 1178867 w 3724689"/>
                <a:gd name="csY3" fmla="*/ 144543 h 1471218"/>
                <a:gd name="csX4" fmla="*/ 1691979 w 3724689"/>
                <a:gd name="csY4" fmla="*/ 27822 h 1471218"/>
                <a:gd name="csX5" fmla="*/ 2096065 w 3724689"/>
                <a:gd name="csY5" fmla="*/ 4951 h 1471218"/>
                <a:gd name="csX6" fmla="*/ 2585015 w 3724689"/>
                <a:gd name="csY6" fmla="*/ 0 h 1471218"/>
                <a:gd name="csX7" fmla="*/ 3151187 w 3724689"/>
                <a:gd name="csY7" fmla="*/ 129206 h 1471218"/>
                <a:gd name="csX8" fmla="*/ 3698471 w 3724689"/>
                <a:gd name="csY8" fmla="*/ 708994 h 1471218"/>
                <a:gd name="csX9" fmla="*/ 3594450 w 3724689"/>
                <a:gd name="csY9" fmla="*/ 1016377 h 1471218"/>
                <a:gd name="csX10" fmla="*/ 3216140 w 3724689"/>
                <a:gd name="csY10" fmla="*/ 1274789 h 1471218"/>
                <a:gd name="csX11" fmla="*/ 2075024 w 3724689"/>
                <a:gd name="csY11" fmla="*/ 1471155 h 1471218"/>
                <a:gd name="csX12" fmla="*/ 914642 w 3724689"/>
                <a:gd name="csY12" fmla="*/ 1290288 h 1471218"/>
                <a:gd name="csX13" fmla="*/ 596927 w 3724689"/>
                <a:gd name="csY13" fmla="*/ 1143054 h 1471218"/>
                <a:gd name="csX14" fmla="*/ 401422 w 3724689"/>
                <a:gd name="csY14" fmla="*/ 934203 h 1471218"/>
                <a:gd name="csX15" fmla="*/ 356703 w 3724689"/>
                <a:gd name="csY15" fmla="*/ 825339 h 1471218"/>
                <a:gd name="csX16" fmla="*/ 174598 w 3724689"/>
                <a:gd name="csY16" fmla="*/ 770664 h 1471218"/>
                <a:gd name="csX17" fmla="*/ 242 w 3724689"/>
                <a:gd name="csY17" fmla="*/ 577366 h 1471218"/>
                <a:gd name="csX18" fmla="*/ 212698 w 3724689"/>
                <a:gd name="csY18" fmla="*/ 700814 h 1471218"/>
                <a:gd name="csX0" fmla="*/ 212698 w 3698482"/>
                <a:gd name="csY0" fmla="*/ 700814 h 1471218"/>
                <a:gd name="csX1" fmla="*/ 354551 w 3698482"/>
                <a:gd name="csY1" fmla="*/ 725353 h 1471218"/>
                <a:gd name="csX2" fmla="*/ 604676 w 3698482"/>
                <a:gd name="csY2" fmla="*/ 445630 h 1471218"/>
                <a:gd name="csX3" fmla="*/ 1178867 w 3698482"/>
                <a:gd name="csY3" fmla="*/ 144543 h 1471218"/>
                <a:gd name="csX4" fmla="*/ 1691979 w 3698482"/>
                <a:gd name="csY4" fmla="*/ 27822 h 1471218"/>
                <a:gd name="csX5" fmla="*/ 2096065 w 3698482"/>
                <a:gd name="csY5" fmla="*/ 4951 h 1471218"/>
                <a:gd name="csX6" fmla="*/ 2585015 w 3698482"/>
                <a:gd name="csY6" fmla="*/ 0 h 1471218"/>
                <a:gd name="csX7" fmla="*/ 3151187 w 3698482"/>
                <a:gd name="csY7" fmla="*/ 129206 h 1471218"/>
                <a:gd name="csX8" fmla="*/ 3698471 w 3698482"/>
                <a:gd name="csY8" fmla="*/ 708994 h 1471218"/>
                <a:gd name="csX9" fmla="*/ 3594450 w 3698482"/>
                <a:gd name="csY9" fmla="*/ 1016377 h 1471218"/>
                <a:gd name="csX10" fmla="*/ 3216140 w 3698482"/>
                <a:gd name="csY10" fmla="*/ 1274789 h 1471218"/>
                <a:gd name="csX11" fmla="*/ 2075024 w 3698482"/>
                <a:gd name="csY11" fmla="*/ 1471155 h 1471218"/>
                <a:gd name="csX12" fmla="*/ 914642 w 3698482"/>
                <a:gd name="csY12" fmla="*/ 1290288 h 1471218"/>
                <a:gd name="csX13" fmla="*/ 596927 w 3698482"/>
                <a:gd name="csY13" fmla="*/ 1143054 h 1471218"/>
                <a:gd name="csX14" fmla="*/ 401422 w 3698482"/>
                <a:gd name="csY14" fmla="*/ 934203 h 1471218"/>
                <a:gd name="csX15" fmla="*/ 356703 w 3698482"/>
                <a:gd name="csY15" fmla="*/ 825339 h 1471218"/>
                <a:gd name="csX16" fmla="*/ 174598 w 3698482"/>
                <a:gd name="csY16" fmla="*/ 770664 h 1471218"/>
                <a:gd name="csX17" fmla="*/ 242 w 3698482"/>
                <a:gd name="csY17" fmla="*/ 577366 h 1471218"/>
                <a:gd name="csX18" fmla="*/ 212698 w 3698482"/>
                <a:gd name="csY18" fmla="*/ 700814 h 1471218"/>
                <a:gd name="csX0" fmla="*/ 212698 w 3732049"/>
                <a:gd name="csY0" fmla="*/ 700814 h 1471218"/>
                <a:gd name="csX1" fmla="*/ 354551 w 3732049"/>
                <a:gd name="csY1" fmla="*/ 725353 h 1471218"/>
                <a:gd name="csX2" fmla="*/ 604676 w 3732049"/>
                <a:gd name="csY2" fmla="*/ 445630 h 1471218"/>
                <a:gd name="csX3" fmla="*/ 1178867 w 3732049"/>
                <a:gd name="csY3" fmla="*/ 144543 h 1471218"/>
                <a:gd name="csX4" fmla="*/ 1691979 w 3732049"/>
                <a:gd name="csY4" fmla="*/ 27822 h 1471218"/>
                <a:gd name="csX5" fmla="*/ 2096065 w 3732049"/>
                <a:gd name="csY5" fmla="*/ 4951 h 1471218"/>
                <a:gd name="csX6" fmla="*/ 2585015 w 3732049"/>
                <a:gd name="csY6" fmla="*/ 0 h 1471218"/>
                <a:gd name="csX7" fmla="*/ 3151187 w 3732049"/>
                <a:gd name="csY7" fmla="*/ 129206 h 1471218"/>
                <a:gd name="csX8" fmla="*/ 3698471 w 3732049"/>
                <a:gd name="csY8" fmla="*/ 708994 h 1471218"/>
                <a:gd name="csX9" fmla="*/ 3623025 w 3732049"/>
                <a:gd name="csY9" fmla="*/ 1079877 h 1471218"/>
                <a:gd name="csX10" fmla="*/ 3216140 w 3732049"/>
                <a:gd name="csY10" fmla="*/ 1274789 h 1471218"/>
                <a:gd name="csX11" fmla="*/ 2075024 w 3732049"/>
                <a:gd name="csY11" fmla="*/ 1471155 h 1471218"/>
                <a:gd name="csX12" fmla="*/ 914642 w 3732049"/>
                <a:gd name="csY12" fmla="*/ 1290288 h 1471218"/>
                <a:gd name="csX13" fmla="*/ 596927 w 3732049"/>
                <a:gd name="csY13" fmla="*/ 1143054 h 1471218"/>
                <a:gd name="csX14" fmla="*/ 401422 w 3732049"/>
                <a:gd name="csY14" fmla="*/ 934203 h 1471218"/>
                <a:gd name="csX15" fmla="*/ 356703 w 3732049"/>
                <a:gd name="csY15" fmla="*/ 825339 h 1471218"/>
                <a:gd name="csX16" fmla="*/ 174598 w 3732049"/>
                <a:gd name="csY16" fmla="*/ 770664 h 1471218"/>
                <a:gd name="csX17" fmla="*/ 242 w 3732049"/>
                <a:gd name="csY17" fmla="*/ 577366 h 1471218"/>
                <a:gd name="csX18" fmla="*/ 212698 w 3732049"/>
                <a:gd name="csY18" fmla="*/ 700814 h 1471218"/>
                <a:gd name="csX0" fmla="*/ 212698 w 3741938"/>
                <a:gd name="csY0" fmla="*/ 700814 h 1474192"/>
                <a:gd name="csX1" fmla="*/ 354551 w 3741938"/>
                <a:gd name="csY1" fmla="*/ 725353 h 1474192"/>
                <a:gd name="csX2" fmla="*/ 604676 w 3741938"/>
                <a:gd name="csY2" fmla="*/ 445630 h 1474192"/>
                <a:gd name="csX3" fmla="*/ 1178867 w 3741938"/>
                <a:gd name="csY3" fmla="*/ 144543 h 1474192"/>
                <a:gd name="csX4" fmla="*/ 1691979 w 3741938"/>
                <a:gd name="csY4" fmla="*/ 27822 h 1474192"/>
                <a:gd name="csX5" fmla="*/ 2096065 w 3741938"/>
                <a:gd name="csY5" fmla="*/ 4951 h 1474192"/>
                <a:gd name="csX6" fmla="*/ 2585015 w 3741938"/>
                <a:gd name="csY6" fmla="*/ 0 h 1474192"/>
                <a:gd name="csX7" fmla="*/ 3151187 w 3741938"/>
                <a:gd name="csY7" fmla="*/ 129206 h 1474192"/>
                <a:gd name="csX8" fmla="*/ 3698471 w 3741938"/>
                <a:gd name="csY8" fmla="*/ 708994 h 1474192"/>
                <a:gd name="csX9" fmla="*/ 3623025 w 3741938"/>
                <a:gd name="csY9" fmla="*/ 1079877 h 1474192"/>
                <a:gd name="csX10" fmla="*/ 2952615 w 3741938"/>
                <a:gd name="csY10" fmla="*/ 1379564 h 1474192"/>
                <a:gd name="csX11" fmla="*/ 2075024 w 3741938"/>
                <a:gd name="csY11" fmla="*/ 1471155 h 1474192"/>
                <a:gd name="csX12" fmla="*/ 914642 w 3741938"/>
                <a:gd name="csY12" fmla="*/ 1290288 h 1474192"/>
                <a:gd name="csX13" fmla="*/ 596927 w 3741938"/>
                <a:gd name="csY13" fmla="*/ 1143054 h 1474192"/>
                <a:gd name="csX14" fmla="*/ 401422 w 3741938"/>
                <a:gd name="csY14" fmla="*/ 934203 h 1474192"/>
                <a:gd name="csX15" fmla="*/ 356703 w 3741938"/>
                <a:gd name="csY15" fmla="*/ 825339 h 1474192"/>
                <a:gd name="csX16" fmla="*/ 174598 w 3741938"/>
                <a:gd name="csY16" fmla="*/ 770664 h 1474192"/>
                <a:gd name="csX17" fmla="*/ 242 w 3741938"/>
                <a:gd name="csY17" fmla="*/ 577366 h 1474192"/>
                <a:gd name="csX18" fmla="*/ 212698 w 3741938"/>
                <a:gd name="csY18" fmla="*/ 700814 h 1474192"/>
                <a:gd name="csX0" fmla="*/ 458080 w 3987320"/>
                <a:gd name="csY0" fmla="*/ 700814 h 1474192"/>
                <a:gd name="csX1" fmla="*/ 599933 w 3987320"/>
                <a:gd name="csY1" fmla="*/ 725353 h 1474192"/>
                <a:gd name="csX2" fmla="*/ 850058 w 3987320"/>
                <a:gd name="csY2" fmla="*/ 445630 h 1474192"/>
                <a:gd name="csX3" fmla="*/ 1424249 w 3987320"/>
                <a:gd name="csY3" fmla="*/ 144543 h 1474192"/>
                <a:gd name="csX4" fmla="*/ 1937361 w 3987320"/>
                <a:gd name="csY4" fmla="*/ 27822 h 1474192"/>
                <a:gd name="csX5" fmla="*/ 2341447 w 3987320"/>
                <a:gd name="csY5" fmla="*/ 4951 h 1474192"/>
                <a:gd name="csX6" fmla="*/ 2830397 w 3987320"/>
                <a:gd name="csY6" fmla="*/ 0 h 1474192"/>
                <a:gd name="csX7" fmla="*/ 3396569 w 3987320"/>
                <a:gd name="csY7" fmla="*/ 129206 h 1474192"/>
                <a:gd name="csX8" fmla="*/ 3943853 w 3987320"/>
                <a:gd name="csY8" fmla="*/ 708994 h 1474192"/>
                <a:gd name="csX9" fmla="*/ 3868407 w 3987320"/>
                <a:gd name="csY9" fmla="*/ 1079877 h 1474192"/>
                <a:gd name="csX10" fmla="*/ 3197997 w 3987320"/>
                <a:gd name="csY10" fmla="*/ 1379564 h 1474192"/>
                <a:gd name="csX11" fmla="*/ 2320406 w 3987320"/>
                <a:gd name="csY11" fmla="*/ 1471155 h 1474192"/>
                <a:gd name="csX12" fmla="*/ 1160024 w 3987320"/>
                <a:gd name="csY12" fmla="*/ 1290288 h 1474192"/>
                <a:gd name="csX13" fmla="*/ 842309 w 3987320"/>
                <a:gd name="csY13" fmla="*/ 1143054 h 1474192"/>
                <a:gd name="csX14" fmla="*/ 646804 w 3987320"/>
                <a:gd name="csY14" fmla="*/ 934203 h 1474192"/>
                <a:gd name="csX15" fmla="*/ 602085 w 3987320"/>
                <a:gd name="csY15" fmla="*/ 825339 h 1474192"/>
                <a:gd name="csX16" fmla="*/ 419980 w 3987320"/>
                <a:gd name="csY16" fmla="*/ 770664 h 1474192"/>
                <a:gd name="csX17" fmla="*/ 91 w 3987320"/>
                <a:gd name="csY17" fmla="*/ 446769 h 1474192"/>
                <a:gd name="csX18" fmla="*/ 458080 w 3987320"/>
                <a:gd name="csY18" fmla="*/ 700814 h 1474192"/>
                <a:gd name="csX0" fmla="*/ 394580 w 3987320"/>
                <a:gd name="csY0" fmla="*/ 642045 h 1474192"/>
                <a:gd name="csX1" fmla="*/ 599933 w 3987320"/>
                <a:gd name="csY1" fmla="*/ 725353 h 1474192"/>
                <a:gd name="csX2" fmla="*/ 850058 w 3987320"/>
                <a:gd name="csY2" fmla="*/ 445630 h 1474192"/>
                <a:gd name="csX3" fmla="*/ 1424249 w 3987320"/>
                <a:gd name="csY3" fmla="*/ 144543 h 1474192"/>
                <a:gd name="csX4" fmla="*/ 1937361 w 3987320"/>
                <a:gd name="csY4" fmla="*/ 27822 h 1474192"/>
                <a:gd name="csX5" fmla="*/ 2341447 w 3987320"/>
                <a:gd name="csY5" fmla="*/ 4951 h 1474192"/>
                <a:gd name="csX6" fmla="*/ 2830397 w 3987320"/>
                <a:gd name="csY6" fmla="*/ 0 h 1474192"/>
                <a:gd name="csX7" fmla="*/ 3396569 w 3987320"/>
                <a:gd name="csY7" fmla="*/ 129206 h 1474192"/>
                <a:gd name="csX8" fmla="*/ 3943853 w 3987320"/>
                <a:gd name="csY8" fmla="*/ 708994 h 1474192"/>
                <a:gd name="csX9" fmla="*/ 3868407 w 3987320"/>
                <a:gd name="csY9" fmla="*/ 1079877 h 1474192"/>
                <a:gd name="csX10" fmla="*/ 3197997 w 3987320"/>
                <a:gd name="csY10" fmla="*/ 1379564 h 1474192"/>
                <a:gd name="csX11" fmla="*/ 2320406 w 3987320"/>
                <a:gd name="csY11" fmla="*/ 1471155 h 1474192"/>
                <a:gd name="csX12" fmla="*/ 1160024 w 3987320"/>
                <a:gd name="csY12" fmla="*/ 1290288 h 1474192"/>
                <a:gd name="csX13" fmla="*/ 842309 w 3987320"/>
                <a:gd name="csY13" fmla="*/ 1143054 h 1474192"/>
                <a:gd name="csX14" fmla="*/ 646804 w 3987320"/>
                <a:gd name="csY14" fmla="*/ 934203 h 1474192"/>
                <a:gd name="csX15" fmla="*/ 602085 w 3987320"/>
                <a:gd name="csY15" fmla="*/ 825339 h 1474192"/>
                <a:gd name="csX16" fmla="*/ 419980 w 3987320"/>
                <a:gd name="csY16" fmla="*/ 770664 h 1474192"/>
                <a:gd name="csX17" fmla="*/ 91 w 3987320"/>
                <a:gd name="csY17" fmla="*/ 446769 h 1474192"/>
                <a:gd name="csX18" fmla="*/ 394580 w 3987320"/>
                <a:gd name="csY18" fmla="*/ 642045 h 1474192"/>
                <a:gd name="csX0" fmla="*/ 394592 w 3987332"/>
                <a:gd name="csY0" fmla="*/ 642045 h 1474192"/>
                <a:gd name="csX1" fmla="*/ 599945 w 3987332"/>
                <a:gd name="csY1" fmla="*/ 725353 h 1474192"/>
                <a:gd name="csX2" fmla="*/ 850070 w 3987332"/>
                <a:gd name="csY2" fmla="*/ 445630 h 1474192"/>
                <a:gd name="csX3" fmla="*/ 1424261 w 3987332"/>
                <a:gd name="csY3" fmla="*/ 144543 h 1474192"/>
                <a:gd name="csX4" fmla="*/ 1937373 w 3987332"/>
                <a:gd name="csY4" fmla="*/ 27822 h 1474192"/>
                <a:gd name="csX5" fmla="*/ 2341459 w 3987332"/>
                <a:gd name="csY5" fmla="*/ 4951 h 1474192"/>
                <a:gd name="csX6" fmla="*/ 2830409 w 3987332"/>
                <a:gd name="csY6" fmla="*/ 0 h 1474192"/>
                <a:gd name="csX7" fmla="*/ 3396581 w 3987332"/>
                <a:gd name="csY7" fmla="*/ 129206 h 1474192"/>
                <a:gd name="csX8" fmla="*/ 3943865 w 3987332"/>
                <a:gd name="csY8" fmla="*/ 708994 h 1474192"/>
                <a:gd name="csX9" fmla="*/ 3868419 w 3987332"/>
                <a:gd name="csY9" fmla="*/ 1079877 h 1474192"/>
                <a:gd name="csX10" fmla="*/ 3198009 w 3987332"/>
                <a:gd name="csY10" fmla="*/ 1379564 h 1474192"/>
                <a:gd name="csX11" fmla="*/ 2320418 w 3987332"/>
                <a:gd name="csY11" fmla="*/ 1471155 h 1474192"/>
                <a:gd name="csX12" fmla="*/ 1160036 w 3987332"/>
                <a:gd name="csY12" fmla="*/ 1290288 h 1474192"/>
                <a:gd name="csX13" fmla="*/ 842321 w 3987332"/>
                <a:gd name="csY13" fmla="*/ 1143054 h 1474192"/>
                <a:gd name="csX14" fmla="*/ 646816 w 3987332"/>
                <a:gd name="csY14" fmla="*/ 934203 h 1474192"/>
                <a:gd name="csX15" fmla="*/ 602097 w 3987332"/>
                <a:gd name="csY15" fmla="*/ 825339 h 1474192"/>
                <a:gd name="csX16" fmla="*/ 381892 w 3987332"/>
                <a:gd name="csY16" fmla="*/ 783724 h 1474192"/>
                <a:gd name="csX17" fmla="*/ 103 w 3987332"/>
                <a:gd name="csY17" fmla="*/ 446769 h 1474192"/>
                <a:gd name="csX18" fmla="*/ 394592 w 3987332"/>
                <a:gd name="csY18" fmla="*/ 642045 h 1474192"/>
                <a:gd name="csX0" fmla="*/ 394593 w 3987333"/>
                <a:gd name="csY0" fmla="*/ 642045 h 1474192"/>
                <a:gd name="csX1" fmla="*/ 599946 w 3987333"/>
                <a:gd name="csY1" fmla="*/ 725353 h 1474192"/>
                <a:gd name="csX2" fmla="*/ 850071 w 3987333"/>
                <a:gd name="csY2" fmla="*/ 445630 h 1474192"/>
                <a:gd name="csX3" fmla="*/ 1424262 w 3987333"/>
                <a:gd name="csY3" fmla="*/ 144543 h 1474192"/>
                <a:gd name="csX4" fmla="*/ 1937374 w 3987333"/>
                <a:gd name="csY4" fmla="*/ 27822 h 1474192"/>
                <a:gd name="csX5" fmla="*/ 2341460 w 3987333"/>
                <a:gd name="csY5" fmla="*/ 4951 h 1474192"/>
                <a:gd name="csX6" fmla="*/ 2830410 w 3987333"/>
                <a:gd name="csY6" fmla="*/ 0 h 1474192"/>
                <a:gd name="csX7" fmla="*/ 3396582 w 3987333"/>
                <a:gd name="csY7" fmla="*/ 129206 h 1474192"/>
                <a:gd name="csX8" fmla="*/ 3943866 w 3987333"/>
                <a:gd name="csY8" fmla="*/ 708994 h 1474192"/>
                <a:gd name="csX9" fmla="*/ 3868420 w 3987333"/>
                <a:gd name="csY9" fmla="*/ 1079877 h 1474192"/>
                <a:gd name="csX10" fmla="*/ 3198010 w 3987333"/>
                <a:gd name="csY10" fmla="*/ 1379564 h 1474192"/>
                <a:gd name="csX11" fmla="*/ 2320419 w 3987333"/>
                <a:gd name="csY11" fmla="*/ 1471155 h 1474192"/>
                <a:gd name="csX12" fmla="*/ 1160037 w 3987333"/>
                <a:gd name="csY12" fmla="*/ 1290288 h 1474192"/>
                <a:gd name="csX13" fmla="*/ 842322 w 3987333"/>
                <a:gd name="csY13" fmla="*/ 1143054 h 1474192"/>
                <a:gd name="csX14" fmla="*/ 646817 w 3987333"/>
                <a:gd name="csY14" fmla="*/ 934203 h 1474192"/>
                <a:gd name="csX15" fmla="*/ 614798 w 3987333"/>
                <a:gd name="csY15" fmla="*/ 844929 h 1474192"/>
                <a:gd name="csX16" fmla="*/ 381893 w 3987333"/>
                <a:gd name="csY16" fmla="*/ 783724 h 1474192"/>
                <a:gd name="csX17" fmla="*/ 104 w 3987333"/>
                <a:gd name="csY17" fmla="*/ 446769 h 1474192"/>
                <a:gd name="csX18" fmla="*/ 394593 w 3987333"/>
                <a:gd name="csY18" fmla="*/ 642045 h 1474192"/>
                <a:gd name="csX0" fmla="*/ 394593 w 3987333"/>
                <a:gd name="csY0" fmla="*/ 642045 h 1474192"/>
                <a:gd name="csX1" fmla="*/ 599946 w 3987333"/>
                <a:gd name="csY1" fmla="*/ 725353 h 1474192"/>
                <a:gd name="csX2" fmla="*/ 850071 w 3987333"/>
                <a:gd name="csY2" fmla="*/ 445630 h 1474192"/>
                <a:gd name="csX3" fmla="*/ 1424262 w 3987333"/>
                <a:gd name="csY3" fmla="*/ 144543 h 1474192"/>
                <a:gd name="csX4" fmla="*/ 1937374 w 3987333"/>
                <a:gd name="csY4" fmla="*/ 27822 h 1474192"/>
                <a:gd name="csX5" fmla="*/ 2341460 w 3987333"/>
                <a:gd name="csY5" fmla="*/ 4951 h 1474192"/>
                <a:gd name="csX6" fmla="*/ 2830410 w 3987333"/>
                <a:gd name="csY6" fmla="*/ 0 h 1474192"/>
                <a:gd name="csX7" fmla="*/ 3396582 w 3987333"/>
                <a:gd name="csY7" fmla="*/ 129206 h 1474192"/>
                <a:gd name="csX8" fmla="*/ 3943866 w 3987333"/>
                <a:gd name="csY8" fmla="*/ 708994 h 1474192"/>
                <a:gd name="csX9" fmla="*/ 3868420 w 3987333"/>
                <a:gd name="csY9" fmla="*/ 1079877 h 1474192"/>
                <a:gd name="csX10" fmla="*/ 3198010 w 3987333"/>
                <a:gd name="csY10" fmla="*/ 1379564 h 1474192"/>
                <a:gd name="csX11" fmla="*/ 2320419 w 3987333"/>
                <a:gd name="csY11" fmla="*/ 1471155 h 1474192"/>
                <a:gd name="csX12" fmla="*/ 1160037 w 3987333"/>
                <a:gd name="csY12" fmla="*/ 1290288 h 1474192"/>
                <a:gd name="csX13" fmla="*/ 842322 w 3987333"/>
                <a:gd name="csY13" fmla="*/ 1143054 h 1474192"/>
                <a:gd name="csX14" fmla="*/ 672217 w 3987333"/>
                <a:gd name="csY14" fmla="*/ 1012562 h 1474192"/>
                <a:gd name="csX15" fmla="*/ 614798 w 3987333"/>
                <a:gd name="csY15" fmla="*/ 844929 h 1474192"/>
                <a:gd name="csX16" fmla="*/ 381893 w 3987333"/>
                <a:gd name="csY16" fmla="*/ 783724 h 1474192"/>
                <a:gd name="csX17" fmla="*/ 104 w 3987333"/>
                <a:gd name="csY17" fmla="*/ 446769 h 1474192"/>
                <a:gd name="csX18" fmla="*/ 394593 w 3987333"/>
                <a:gd name="csY18" fmla="*/ 642045 h 1474192"/>
                <a:gd name="csX0" fmla="*/ 394593 w 3987333"/>
                <a:gd name="csY0" fmla="*/ 642045 h 1474192"/>
                <a:gd name="csX1" fmla="*/ 599946 w 3987333"/>
                <a:gd name="csY1" fmla="*/ 725353 h 1474192"/>
                <a:gd name="csX2" fmla="*/ 850071 w 3987333"/>
                <a:gd name="csY2" fmla="*/ 445630 h 1474192"/>
                <a:gd name="csX3" fmla="*/ 1424262 w 3987333"/>
                <a:gd name="csY3" fmla="*/ 144543 h 1474192"/>
                <a:gd name="csX4" fmla="*/ 1937374 w 3987333"/>
                <a:gd name="csY4" fmla="*/ 27822 h 1474192"/>
                <a:gd name="csX5" fmla="*/ 2341460 w 3987333"/>
                <a:gd name="csY5" fmla="*/ 4951 h 1474192"/>
                <a:gd name="csX6" fmla="*/ 2830410 w 3987333"/>
                <a:gd name="csY6" fmla="*/ 0 h 1474192"/>
                <a:gd name="csX7" fmla="*/ 3396582 w 3987333"/>
                <a:gd name="csY7" fmla="*/ 129206 h 1474192"/>
                <a:gd name="csX8" fmla="*/ 3943866 w 3987333"/>
                <a:gd name="csY8" fmla="*/ 708994 h 1474192"/>
                <a:gd name="csX9" fmla="*/ 3868420 w 3987333"/>
                <a:gd name="csY9" fmla="*/ 1079877 h 1474192"/>
                <a:gd name="csX10" fmla="*/ 3198010 w 3987333"/>
                <a:gd name="csY10" fmla="*/ 1379564 h 1474192"/>
                <a:gd name="csX11" fmla="*/ 2320419 w 3987333"/>
                <a:gd name="csY11" fmla="*/ 1471155 h 1474192"/>
                <a:gd name="csX12" fmla="*/ 1160037 w 3987333"/>
                <a:gd name="csY12" fmla="*/ 1290288 h 1474192"/>
                <a:gd name="csX13" fmla="*/ 842322 w 3987333"/>
                <a:gd name="csY13" fmla="*/ 1143054 h 1474192"/>
                <a:gd name="csX14" fmla="*/ 672217 w 3987333"/>
                <a:gd name="csY14" fmla="*/ 1012562 h 1474192"/>
                <a:gd name="csX15" fmla="*/ 614798 w 3987333"/>
                <a:gd name="csY15" fmla="*/ 871049 h 1474192"/>
                <a:gd name="csX16" fmla="*/ 381893 w 3987333"/>
                <a:gd name="csY16" fmla="*/ 783724 h 1474192"/>
                <a:gd name="csX17" fmla="*/ 104 w 3987333"/>
                <a:gd name="csY17" fmla="*/ 446769 h 1474192"/>
                <a:gd name="csX18" fmla="*/ 394593 w 3987333"/>
                <a:gd name="csY18" fmla="*/ 642045 h 1474192"/>
                <a:gd name="csX0" fmla="*/ 394593 w 3987333"/>
                <a:gd name="csY0" fmla="*/ 642045 h 1474192"/>
                <a:gd name="csX1" fmla="*/ 612646 w 3987333"/>
                <a:gd name="csY1" fmla="*/ 692704 h 1474192"/>
                <a:gd name="csX2" fmla="*/ 850071 w 3987333"/>
                <a:gd name="csY2" fmla="*/ 445630 h 1474192"/>
                <a:gd name="csX3" fmla="*/ 1424262 w 3987333"/>
                <a:gd name="csY3" fmla="*/ 144543 h 1474192"/>
                <a:gd name="csX4" fmla="*/ 1937374 w 3987333"/>
                <a:gd name="csY4" fmla="*/ 27822 h 1474192"/>
                <a:gd name="csX5" fmla="*/ 2341460 w 3987333"/>
                <a:gd name="csY5" fmla="*/ 4951 h 1474192"/>
                <a:gd name="csX6" fmla="*/ 2830410 w 3987333"/>
                <a:gd name="csY6" fmla="*/ 0 h 1474192"/>
                <a:gd name="csX7" fmla="*/ 3396582 w 3987333"/>
                <a:gd name="csY7" fmla="*/ 129206 h 1474192"/>
                <a:gd name="csX8" fmla="*/ 3943866 w 3987333"/>
                <a:gd name="csY8" fmla="*/ 708994 h 1474192"/>
                <a:gd name="csX9" fmla="*/ 3868420 w 3987333"/>
                <a:gd name="csY9" fmla="*/ 1079877 h 1474192"/>
                <a:gd name="csX10" fmla="*/ 3198010 w 3987333"/>
                <a:gd name="csY10" fmla="*/ 1379564 h 1474192"/>
                <a:gd name="csX11" fmla="*/ 2320419 w 3987333"/>
                <a:gd name="csY11" fmla="*/ 1471155 h 1474192"/>
                <a:gd name="csX12" fmla="*/ 1160037 w 3987333"/>
                <a:gd name="csY12" fmla="*/ 1290288 h 1474192"/>
                <a:gd name="csX13" fmla="*/ 842322 w 3987333"/>
                <a:gd name="csY13" fmla="*/ 1143054 h 1474192"/>
                <a:gd name="csX14" fmla="*/ 672217 w 3987333"/>
                <a:gd name="csY14" fmla="*/ 1012562 h 1474192"/>
                <a:gd name="csX15" fmla="*/ 614798 w 3987333"/>
                <a:gd name="csY15" fmla="*/ 871049 h 1474192"/>
                <a:gd name="csX16" fmla="*/ 381893 w 3987333"/>
                <a:gd name="csY16" fmla="*/ 783724 h 1474192"/>
                <a:gd name="csX17" fmla="*/ 104 w 3987333"/>
                <a:gd name="csY17" fmla="*/ 446769 h 1474192"/>
                <a:gd name="csX18" fmla="*/ 394593 w 3987333"/>
                <a:gd name="csY18" fmla="*/ 642045 h 14741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</a:cxnLst>
              <a:rect l="l" t="t" r="r" b="b"/>
              <a:pathLst>
                <a:path w="3987333" h="1474192">
                  <a:moveTo>
                    <a:pt x="394593" y="642045"/>
                  </a:moveTo>
                  <a:cubicBezTo>
                    <a:pt x="496683" y="683034"/>
                    <a:pt x="540966" y="687610"/>
                    <a:pt x="612646" y="692704"/>
                  </a:cubicBezTo>
                  <a:cubicBezTo>
                    <a:pt x="646226" y="554923"/>
                    <a:pt x="714802" y="536990"/>
                    <a:pt x="850071" y="445630"/>
                  </a:cubicBezTo>
                  <a:cubicBezTo>
                    <a:pt x="985340" y="354270"/>
                    <a:pt x="1243045" y="214178"/>
                    <a:pt x="1424262" y="144543"/>
                  </a:cubicBezTo>
                  <a:cubicBezTo>
                    <a:pt x="1605479" y="74908"/>
                    <a:pt x="1784508" y="51087"/>
                    <a:pt x="1937374" y="27822"/>
                  </a:cubicBezTo>
                  <a:cubicBezTo>
                    <a:pt x="2090240" y="4557"/>
                    <a:pt x="2200762" y="14331"/>
                    <a:pt x="2341460" y="4951"/>
                  </a:cubicBezTo>
                  <a:lnTo>
                    <a:pt x="2830410" y="0"/>
                  </a:lnTo>
                  <a:cubicBezTo>
                    <a:pt x="3006264" y="20709"/>
                    <a:pt x="3211006" y="11040"/>
                    <a:pt x="3396582" y="129206"/>
                  </a:cubicBezTo>
                  <a:cubicBezTo>
                    <a:pt x="3582158" y="247372"/>
                    <a:pt x="3865226" y="550549"/>
                    <a:pt x="3943866" y="708994"/>
                  </a:cubicBezTo>
                  <a:cubicBezTo>
                    <a:pt x="4022506" y="867439"/>
                    <a:pt x="3992729" y="968115"/>
                    <a:pt x="3868420" y="1079877"/>
                  </a:cubicBezTo>
                  <a:cubicBezTo>
                    <a:pt x="3744111" y="1191639"/>
                    <a:pt x="3456010" y="1314351"/>
                    <a:pt x="3198010" y="1379564"/>
                  </a:cubicBezTo>
                  <a:cubicBezTo>
                    <a:pt x="2940010" y="1444777"/>
                    <a:pt x="2660081" y="1486034"/>
                    <a:pt x="2320419" y="1471155"/>
                  </a:cubicBezTo>
                  <a:cubicBezTo>
                    <a:pt x="1980757" y="1456276"/>
                    <a:pt x="1417920" y="1396999"/>
                    <a:pt x="1160037" y="1290288"/>
                  </a:cubicBezTo>
                  <a:cubicBezTo>
                    <a:pt x="902154" y="1183577"/>
                    <a:pt x="1005337" y="1238146"/>
                    <a:pt x="842322" y="1143054"/>
                  </a:cubicBezTo>
                  <a:cubicBezTo>
                    <a:pt x="756785" y="1083707"/>
                    <a:pt x="710138" y="1057896"/>
                    <a:pt x="672217" y="1012562"/>
                  </a:cubicBezTo>
                  <a:cubicBezTo>
                    <a:pt x="634296" y="967228"/>
                    <a:pt x="631964" y="930585"/>
                    <a:pt x="614798" y="871049"/>
                  </a:cubicBezTo>
                  <a:cubicBezTo>
                    <a:pt x="569057" y="855963"/>
                    <a:pt x="484342" y="854437"/>
                    <a:pt x="381893" y="783724"/>
                  </a:cubicBezTo>
                  <a:cubicBezTo>
                    <a:pt x="279444" y="713011"/>
                    <a:pt x="-6246" y="458411"/>
                    <a:pt x="104" y="446769"/>
                  </a:cubicBezTo>
                  <a:cubicBezTo>
                    <a:pt x="6454" y="435127"/>
                    <a:pt x="292503" y="601056"/>
                    <a:pt x="394593" y="642045"/>
                  </a:cubicBezTo>
                  <a:close/>
                </a:path>
              </a:pathLst>
            </a:cu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BCBF390-06CF-CE57-060E-B8167532D8F2}"/>
                </a:ext>
              </a:extLst>
            </p:cNvPr>
            <p:cNvSpPr txBox="1"/>
            <p:nvPr/>
          </p:nvSpPr>
          <p:spPr>
            <a:xfrm>
              <a:off x="4347375" y="3906930"/>
              <a:ext cx="3055464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Huh? What’s </a:t>
              </a:r>
              <a:r>
                <a:rPr lang="en-US" sz="2000" dirty="0" err="1">
                  <a:latin typeface="Playpen Sans" pitchFamily="2" charset="0"/>
                  <a:ea typeface="Playpen Sans" pitchFamily="2" charset="0"/>
                </a:rPr>
                <a:t>HTCondor</a:t>
              </a:r>
              <a:r>
                <a:rPr lang="en-US" sz="2000" dirty="0">
                  <a:latin typeface="Playpen Sans" pitchFamily="2" charset="0"/>
                  <a:ea typeface="Playpen Sans" pitchFamily="2" charset="0"/>
                </a:rPr>
                <a:t>? How does that work?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781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2060972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History of </a:t>
            </a:r>
            <a:r>
              <a:rPr lang="en-US" cap="none" dirty="0" err="1"/>
              <a:t>HTCondor</a:t>
            </a:r>
            <a:endParaRPr lang="en-US" cap="non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BE2107-35E6-F7C1-4D02-52D34DD15BEC}"/>
              </a:ext>
            </a:extLst>
          </p:cNvPr>
          <p:cNvSpPr/>
          <p:nvPr/>
        </p:nvSpPr>
        <p:spPr bwMode="auto">
          <a:xfrm>
            <a:off x="304800" y="759490"/>
            <a:ext cx="8839200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394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History and Status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609600" y="1000126"/>
            <a:ext cx="5943600" cy="3705224"/>
          </a:xfrm>
        </p:spPr>
        <p:txBody>
          <a:bodyPr/>
          <a:lstStyle/>
          <a:p>
            <a:r>
              <a:rPr lang="en-US" sz="2200" dirty="0"/>
              <a:t>Beginnings</a:t>
            </a:r>
          </a:p>
          <a:p>
            <a:pPr lvl="1"/>
            <a:r>
              <a:rPr lang="en-US" sz="1800" dirty="0"/>
              <a:t>Started in 1988 as a “cycle scavenger”</a:t>
            </a:r>
          </a:p>
          <a:p>
            <a:r>
              <a:rPr lang="en-US" sz="2200" dirty="0"/>
              <a:t>Today</a:t>
            </a:r>
          </a:p>
          <a:p>
            <a:pPr lvl="1"/>
            <a:r>
              <a:rPr lang="en-US" sz="1800" dirty="0"/>
              <a:t>Distributed computing framework</a:t>
            </a:r>
          </a:p>
          <a:p>
            <a:pPr lvl="1"/>
            <a:r>
              <a:rPr lang="en-US" sz="1800" dirty="0"/>
              <a:t>Developed at CHTC by professional developers</a:t>
            </a:r>
          </a:p>
          <a:p>
            <a:pPr lvl="1"/>
            <a:r>
              <a:rPr lang="en-US" sz="1800" dirty="0"/>
              <a:t>Used all over the world, by:</a:t>
            </a:r>
          </a:p>
          <a:p>
            <a:pPr lvl="2"/>
            <a:r>
              <a:rPr lang="en-US" sz="1800" dirty="0"/>
              <a:t>Campuses, national labs, Einstein/</a:t>
            </a:r>
            <a:r>
              <a:rPr lang="en-US" sz="1800" dirty="0" err="1"/>
              <a:t>Folding@Home</a:t>
            </a:r>
            <a:endParaRPr lang="en-US" sz="1800" dirty="0"/>
          </a:p>
          <a:p>
            <a:pPr lvl="2"/>
            <a:r>
              <a:rPr lang="en-US" sz="1800" dirty="0" err="1"/>
              <a:t>Dreamworks</a:t>
            </a:r>
            <a:r>
              <a:rPr lang="en-US" sz="1800" dirty="0"/>
              <a:t>, Boeing, SpaceX, investment firms, </a:t>
            </a:r>
            <a:r>
              <a:rPr lang="mr-IN" sz="1800" dirty="0"/>
              <a:t>…</a:t>
            </a:r>
            <a:endParaRPr lang="en-US" sz="1800" dirty="0"/>
          </a:p>
          <a:p>
            <a:pPr lvl="2"/>
            <a:r>
              <a:rPr lang="en-US" sz="1800" b="1" dirty="0"/>
              <a:t>The </a:t>
            </a:r>
            <a:r>
              <a:rPr lang="en-US" sz="1800" b="1" dirty="0" err="1"/>
              <a:t>OSPool</a:t>
            </a:r>
            <a:r>
              <a:rPr lang="en-US" sz="1800" b="1" dirty="0"/>
              <a:t>!!</a:t>
            </a:r>
          </a:p>
        </p:txBody>
      </p:sp>
      <p:sp>
        <p:nvSpPr>
          <p:cNvPr id="27" name="object 21"/>
          <p:cNvSpPr/>
          <p:nvPr/>
        </p:nvSpPr>
        <p:spPr>
          <a:xfrm>
            <a:off x="7094382" y="1885950"/>
            <a:ext cx="1429132" cy="1666874"/>
          </a:xfrm>
          <a:prstGeom prst="rect">
            <a:avLst/>
          </a:prstGeom>
          <a:blipFill>
            <a:blip r:embed="rId2" cstate="print"/>
            <a:srcRect/>
            <a:stretch>
              <a:fillRect l="-13699" r="-21121"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6" name="Picture 5" descr="HTCondor_red_blk_notag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1093" y="1000126"/>
            <a:ext cx="2901587" cy="685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E516BB-28D9-A1B6-82FF-1EC8D2DAB364}"/>
              </a:ext>
            </a:extLst>
          </p:cNvPr>
          <p:cNvSpPr txBox="1"/>
          <p:nvPr/>
        </p:nvSpPr>
        <p:spPr>
          <a:xfrm>
            <a:off x="6477000" y="3555545"/>
            <a:ext cx="2663896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Miron </a:t>
            </a:r>
            <a:r>
              <a:rPr lang="en-US" sz="2000" b="1" dirty="0" err="1"/>
              <a:t>Livny</a:t>
            </a:r>
            <a:r>
              <a:rPr lang="en-US" sz="2000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Professor, UW-Madison Computer Sciences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CHTC Director, OSG Technical Director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1893094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How does </a:t>
            </a:r>
            <a:r>
              <a:rPr lang="en-US" cap="none" dirty="0" err="1"/>
              <a:t>HTCondor</a:t>
            </a:r>
            <a:r>
              <a:rPr lang="en-US" cap="none" dirty="0"/>
              <a:t> work?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19442C-B562-F814-AAE1-A491EA504AC6}"/>
              </a:ext>
            </a:extLst>
          </p:cNvPr>
          <p:cNvSpPr/>
          <p:nvPr/>
        </p:nvSpPr>
        <p:spPr bwMode="auto">
          <a:xfrm>
            <a:off x="304800" y="759490"/>
            <a:ext cx="8839200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6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E4648-5D06-6075-8F50-804DBAF29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F7CB399E-7804-DFE4-9E41-8121C752092D}"/>
              </a:ext>
            </a:extLst>
          </p:cNvPr>
          <p:cNvSpPr txBox="1">
            <a:spLocks/>
          </p:cNvSpPr>
          <p:nvPr/>
        </p:nvSpPr>
        <p:spPr bwMode="auto">
          <a:xfrm>
            <a:off x="2889637" y="950057"/>
            <a:ext cx="2403264" cy="170939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ysClr val="windowText" lastClr="000000"/>
                </a:solidFill>
              </a:rPr>
              <a:t>You tell your order to the </a:t>
            </a:r>
            <a:r>
              <a:rPr lang="en-US" sz="1600" b="1" dirty="0">
                <a:solidFill>
                  <a:sysClr val="windowText" lastClr="000000"/>
                </a:solidFill>
              </a:rPr>
              <a:t>waiter</a:t>
            </a:r>
            <a:r>
              <a:rPr lang="en-US" sz="1600" dirty="0">
                <a:solidFill>
                  <a:sysClr val="windowText" lastClr="000000"/>
                </a:solidFill>
              </a:rPr>
              <a:t>. The waiter relays your order to the </a:t>
            </a:r>
            <a:r>
              <a:rPr lang="en-US" sz="1600" b="1" dirty="0">
                <a:solidFill>
                  <a:sysClr val="windowText" lastClr="000000"/>
                </a:solidFill>
              </a:rPr>
              <a:t>kitchen manager</a:t>
            </a:r>
            <a:r>
              <a:rPr lang="en-US" sz="1600" dirty="0">
                <a:solidFill>
                  <a:sysClr val="windowText" lastClr="000000"/>
                </a:solidFill>
              </a:rPr>
              <a:t>.</a:t>
            </a:r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EFEF110A-88A5-4F71-4ACC-65222185052E}"/>
              </a:ext>
            </a:extLst>
          </p:cNvPr>
          <p:cNvSpPr/>
          <p:nvPr/>
        </p:nvSpPr>
        <p:spPr bwMode="auto">
          <a:xfrm>
            <a:off x="8326785" y="3293128"/>
            <a:ext cx="668289" cy="71246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9F70ACCA-81D1-F6F8-59B9-7B45FBF1A59B}"/>
              </a:ext>
            </a:extLst>
          </p:cNvPr>
          <p:cNvSpPr/>
          <p:nvPr/>
        </p:nvSpPr>
        <p:spPr bwMode="auto">
          <a:xfrm>
            <a:off x="7921425" y="4282719"/>
            <a:ext cx="668289" cy="712466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0D138-492F-0740-8FAC-DE3F7829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A420D07-DFF0-9DCD-F918-37F3AC0F144F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C0AD41A-8728-96A8-727D-28B9416EC5C9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680533" cy="781525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2B16BF4-F179-AB13-43C0-492FDB4589A8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197346" cy="1569758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128BC7E-8DFE-2AEE-525D-29060A73F38E}"/>
              </a:ext>
            </a:extLst>
          </p:cNvPr>
          <p:cNvCxnSpPr>
            <a:cxnSpLocks/>
          </p:cNvCxnSpPr>
          <p:nvPr/>
        </p:nvCxnSpPr>
        <p:spPr>
          <a:xfrm flipH="1">
            <a:off x="4012286" y="2960166"/>
            <a:ext cx="1954717" cy="571643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AA8071-B382-A802-12B1-048920853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44" name="Graphic 43" descr="Waiter male with solid fill">
            <a:extLst>
              <a:ext uri="{FF2B5EF4-FFF2-40B4-BE49-F238E27FC236}">
                <a16:creationId xmlns:a16="http://schemas.microsoft.com/office/drawing/2014/main" id="{E2159F00-252D-7A80-885B-D54A999F03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90849" y="2813562"/>
            <a:ext cx="1309780" cy="1309780"/>
          </a:xfrm>
          <a:prstGeom prst="rect">
            <a:avLst/>
          </a:prstGeom>
        </p:spPr>
      </p:pic>
      <p:grpSp>
        <p:nvGrpSpPr>
          <p:cNvPr id="124" name="Group 123">
            <a:extLst>
              <a:ext uri="{FF2B5EF4-FFF2-40B4-BE49-F238E27FC236}">
                <a16:creationId xmlns:a16="http://schemas.microsoft.com/office/drawing/2014/main" id="{470EDFF3-9429-C121-29FF-D83C3000D9F8}"/>
              </a:ext>
            </a:extLst>
          </p:cNvPr>
          <p:cNvGrpSpPr/>
          <p:nvPr/>
        </p:nvGrpSpPr>
        <p:grpSpPr>
          <a:xfrm>
            <a:off x="130564" y="2352503"/>
            <a:ext cx="2682760" cy="2183593"/>
            <a:chOff x="130564" y="2352503"/>
            <a:chExt cx="2682760" cy="2183593"/>
          </a:xfrm>
        </p:grpSpPr>
        <p:pic>
          <p:nvPicPr>
            <p:cNvPr id="21" name="Graphic 20" descr="Meeting with solid fill">
              <a:extLst>
                <a:ext uri="{FF2B5EF4-FFF2-40B4-BE49-F238E27FC236}">
                  <a16:creationId xmlns:a16="http://schemas.microsoft.com/office/drawing/2014/main" id="{7BE36686-CA51-2DE0-57E2-1DC9F1F962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93553" y="3181136"/>
              <a:ext cx="1354960" cy="1354960"/>
            </a:xfrm>
            <a:prstGeom prst="rect">
              <a:avLst/>
            </a:prstGeom>
          </p:spPr>
        </p:pic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338EE76-470F-F4C3-1388-EE9EE7B4B1D4}"/>
                </a:ext>
              </a:extLst>
            </p:cNvPr>
            <p:cNvGrpSpPr/>
            <p:nvPr/>
          </p:nvGrpSpPr>
          <p:grpSpPr>
            <a:xfrm>
              <a:off x="2015529" y="2640817"/>
              <a:ext cx="797795" cy="818826"/>
              <a:chOff x="1848114" y="2382092"/>
              <a:chExt cx="797795" cy="818826"/>
            </a:xfrm>
          </p:grpSpPr>
          <p:sp>
            <p:nvSpPr>
              <p:cNvPr id="52" name="Speech Bubble: Oval 51">
                <a:extLst>
                  <a:ext uri="{FF2B5EF4-FFF2-40B4-BE49-F238E27FC236}">
                    <a16:creationId xmlns:a16="http://schemas.microsoft.com/office/drawing/2014/main" id="{57BF0DFD-51AD-786E-49C8-20C4F5E6A332}"/>
                  </a:ext>
                </a:extLst>
              </p:cNvPr>
              <p:cNvSpPr/>
              <p:nvPr/>
            </p:nvSpPr>
            <p:spPr bwMode="auto">
              <a:xfrm>
                <a:off x="1848114" y="2382092"/>
                <a:ext cx="797795" cy="818826"/>
              </a:xfrm>
              <a:prstGeom prst="wedgeEllipseCallout">
                <a:avLst>
                  <a:gd name="adj1" fmla="val -52276"/>
                  <a:gd name="adj2" fmla="val 52617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46" name="Graphic 45" descr="Pizza with solid fill">
                <a:extLst>
                  <a:ext uri="{FF2B5EF4-FFF2-40B4-BE49-F238E27FC236}">
                    <a16:creationId xmlns:a16="http://schemas.microsoft.com/office/drawing/2014/main" id="{3A6F77E7-3F41-5B9B-B85D-B344A899EF2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2773308">
                <a:off x="1855035" y="2464260"/>
                <a:ext cx="734638" cy="734638"/>
              </a:xfrm>
              <a:prstGeom prst="rect">
                <a:avLst/>
              </a:prstGeom>
            </p:spPr>
          </p:pic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9ED4C1A9-E6B0-3096-3625-2AF803C2EF1F}"/>
                </a:ext>
              </a:extLst>
            </p:cNvPr>
            <p:cNvGrpSpPr/>
            <p:nvPr/>
          </p:nvGrpSpPr>
          <p:grpSpPr>
            <a:xfrm>
              <a:off x="130564" y="2727858"/>
              <a:ext cx="797795" cy="818826"/>
              <a:chOff x="163756" y="2359918"/>
              <a:chExt cx="797795" cy="818826"/>
            </a:xfrm>
          </p:grpSpPr>
          <p:sp>
            <p:nvSpPr>
              <p:cNvPr id="58" name="Speech Bubble: Oval 57">
                <a:extLst>
                  <a:ext uri="{FF2B5EF4-FFF2-40B4-BE49-F238E27FC236}">
                    <a16:creationId xmlns:a16="http://schemas.microsoft.com/office/drawing/2014/main" id="{42EC96B8-A0E6-EA39-8C15-07B3260AFA5D}"/>
                  </a:ext>
                </a:extLst>
              </p:cNvPr>
              <p:cNvSpPr/>
              <p:nvPr/>
            </p:nvSpPr>
            <p:spPr bwMode="auto">
              <a:xfrm>
                <a:off x="163756" y="2359918"/>
                <a:ext cx="797795" cy="818826"/>
              </a:xfrm>
              <a:prstGeom prst="wedgeEllipseCallout">
                <a:avLst>
                  <a:gd name="adj1" fmla="val 39011"/>
                  <a:gd name="adj2" fmla="val 57559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48" name="Graphic 47" descr="Cheese with solid fill">
                <a:extLst>
                  <a:ext uri="{FF2B5EF4-FFF2-40B4-BE49-F238E27FC236}">
                    <a16:creationId xmlns:a16="http://schemas.microsoft.com/office/drawing/2014/main" id="{1061FB89-4CD4-FBC8-DCB4-1C1E7DDC94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66956" y="2486237"/>
                <a:ext cx="634304" cy="634304"/>
              </a:xfrm>
              <a:prstGeom prst="rect">
                <a:avLst/>
              </a:prstGeom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42BC78E2-34CC-E987-61A1-D4D332211D11}"/>
                </a:ext>
              </a:extLst>
            </p:cNvPr>
            <p:cNvGrpSpPr/>
            <p:nvPr/>
          </p:nvGrpSpPr>
          <p:grpSpPr>
            <a:xfrm>
              <a:off x="1042106" y="2352503"/>
              <a:ext cx="797795" cy="818826"/>
              <a:chOff x="996027" y="2174683"/>
              <a:chExt cx="797795" cy="818826"/>
            </a:xfrm>
          </p:grpSpPr>
          <p:sp>
            <p:nvSpPr>
              <p:cNvPr id="54" name="Speech Bubble: Oval 53">
                <a:extLst>
                  <a:ext uri="{FF2B5EF4-FFF2-40B4-BE49-F238E27FC236}">
                    <a16:creationId xmlns:a16="http://schemas.microsoft.com/office/drawing/2014/main" id="{1CBF9E31-D583-82EC-C43D-B4D755052EDE}"/>
                  </a:ext>
                </a:extLst>
              </p:cNvPr>
              <p:cNvSpPr/>
              <p:nvPr/>
            </p:nvSpPr>
            <p:spPr bwMode="auto">
              <a:xfrm>
                <a:off x="996027" y="2174683"/>
                <a:ext cx="797795" cy="818826"/>
              </a:xfrm>
              <a:prstGeom prst="wedgeEllipseCallout">
                <a:avLst>
                  <a:gd name="adj1" fmla="val 467"/>
                  <a:gd name="adj2" fmla="val 63488"/>
                </a:avLst>
              </a:prstGeom>
              <a:ln>
                <a:headEnd type="none" w="med" len="med"/>
                <a:tailEnd type="non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endParaRPr kumimoji="0" lang="en-US" sz="24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50" name="Graphic 49" descr="Cupcake with solid fill">
                <a:extLst>
                  <a:ext uri="{FF2B5EF4-FFF2-40B4-BE49-F238E27FC236}">
                    <a16:creationId xmlns:a16="http://schemas.microsoft.com/office/drawing/2014/main" id="{E9B69B72-0793-630B-9FAE-089D8F00FD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57812" y="2258730"/>
                <a:ext cx="668600" cy="668600"/>
              </a:xfrm>
              <a:prstGeom prst="rect">
                <a:avLst/>
              </a:prstGeom>
            </p:spPr>
          </p:pic>
        </p:grpSp>
      </p:grp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DF69DE26-9E7B-978A-AEE5-623B805787B0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9" name="Graphic 68" descr="Chef female with solid fill">
            <a:extLst>
              <a:ext uri="{FF2B5EF4-FFF2-40B4-BE49-F238E27FC236}">
                <a16:creationId xmlns:a16="http://schemas.microsoft.com/office/drawing/2014/main" id="{C30D4080-EAF1-2FE2-B964-91943A92B4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31878" y="1683237"/>
            <a:ext cx="1309780" cy="1309780"/>
          </a:xfrm>
          <a:prstGeom prst="rect">
            <a:avLst/>
          </a:prstGeom>
        </p:spPr>
      </p:pic>
      <p:pic>
        <p:nvPicPr>
          <p:cNvPr id="71" name="Graphic 70" descr="Chef female with solid fill">
            <a:extLst>
              <a:ext uri="{FF2B5EF4-FFF2-40B4-BE49-F238E27FC236}">
                <a16:creationId xmlns:a16="http://schemas.microsoft.com/office/drawing/2014/main" id="{5B6429A8-1825-2FC2-D634-67EDF20D9B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1590" y="3282896"/>
            <a:ext cx="932842" cy="932842"/>
          </a:xfrm>
          <a:prstGeom prst="rect">
            <a:avLst/>
          </a:prstGeom>
        </p:spPr>
      </p:pic>
      <p:pic>
        <p:nvPicPr>
          <p:cNvPr id="73" name="Graphic 72" descr="Chef male with solid fill">
            <a:extLst>
              <a:ext uri="{FF2B5EF4-FFF2-40B4-BE49-F238E27FC236}">
                <a16:creationId xmlns:a16="http://schemas.microsoft.com/office/drawing/2014/main" id="{8C03C70C-6480-C1E4-FC0E-5BE8537AA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096391" y="2493745"/>
            <a:ext cx="932842" cy="932842"/>
          </a:xfrm>
          <a:prstGeom prst="rect">
            <a:avLst/>
          </a:prstGeom>
        </p:spPr>
      </p:pic>
      <p:pic>
        <p:nvPicPr>
          <p:cNvPr id="75" name="Graphic 74" descr="Chef male with solid fill">
            <a:extLst>
              <a:ext uri="{FF2B5EF4-FFF2-40B4-BE49-F238E27FC236}">
                <a16:creationId xmlns:a16="http://schemas.microsoft.com/office/drawing/2014/main" id="{3BFF10A4-7022-3918-0015-2EF394281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970030" y="4158606"/>
            <a:ext cx="932842" cy="932842"/>
          </a:xfrm>
          <a:prstGeom prst="rect">
            <a:avLst/>
          </a:prstGeom>
        </p:spPr>
      </p:pic>
      <p:grpSp>
        <p:nvGrpSpPr>
          <p:cNvPr id="98" name="Group 97">
            <a:extLst>
              <a:ext uri="{FF2B5EF4-FFF2-40B4-BE49-F238E27FC236}">
                <a16:creationId xmlns:a16="http://schemas.microsoft.com/office/drawing/2014/main" id="{1E5351CD-4870-7B81-02AD-ACE2F918D7C9}"/>
              </a:ext>
            </a:extLst>
          </p:cNvPr>
          <p:cNvGrpSpPr/>
          <p:nvPr/>
        </p:nvGrpSpPr>
        <p:grpSpPr>
          <a:xfrm>
            <a:off x="8008670" y="2310504"/>
            <a:ext cx="668289" cy="712466"/>
            <a:chOff x="7839743" y="2407186"/>
            <a:chExt cx="668289" cy="712466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53E75F41-CF71-D1B1-D1C2-3C9A2F85A88D}"/>
                </a:ext>
              </a:extLst>
            </p:cNvPr>
            <p:cNvSpPr/>
            <p:nvPr/>
          </p:nvSpPr>
          <p:spPr bwMode="auto">
            <a:xfrm>
              <a:off x="7839743" y="2407186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79" name="Graphic 78" descr="Cheese with solid fill">
              <a:extLst>
                <a:ext uri="{FF2B5EF4-FFF2-40B4-BE49-F238E27FC236}">
                  <a16:creationId xmlns:a16="http://schemas.microsoft.com/office/drawing/2014/main" id="{E0829B93-1BDF-527A-346A-7C71CC2EEC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912705" y="2517358"/>
              <a:ext cx="556350" cy="556350"/>
            </a:xfrm>
            <a:prstGeom prst="rect">
              <a:avLst/>
            </a:prstGeom>
          </p:spPr>
        </p:pic>
      </p:grpSp>
      <p:pic>
        <p:nvPicPr>
          <p:cNvPr id="83" name="Graphic 82" descr="Cupcake with solid fill">
            <a:extLst>
              <a:ext uri="{FF2B5EF4-FFF2-40B4-BE49-F238E27FC236}">
                <a16:creationId xmlns:a16="http://schemas.microsoft.com/office/drawing/2014/main" id="{736D4FFF-2E27-BF81-E885-9823108A7F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17878" y="3418359"/>
            <a:ext cx="492358" cy="492358"/>
          </a:xfrm>
          <a:prstGeom prst="rect">
            <a:avLst/>
          </a:prstGeom>
        </p:spPr>
      </p:pic>
      <p:pic>
        <p:nvPicPr>
          <p:cNvPr id="85" name="Graphic 84" descr="Pizza with solid fill">
            <a:extLst>
              <a:ext uri="{FF2B5EF4-FFF2-40B4-BE49-F238E27FC236}">
                <a16:creationId xmlns:a16="http://schemas.microsoft.com/office/drawing/2014/main" id="{3E43CCAD-87BF-8EB9-A5F7-4769BC32AD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73308">
            <a:off x="7890449" y="4371341"/>
            <a:ext cx="619910" cy="619910"/>
          </a:xfrm>
          <a:prstGeom prst="rect">
            <a:avLst/>
          </a:prstGeom>
        </p:spPr>
      </p:pic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2A8D552F-2B41-AE47-CEE0-8E619D855E78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279215A-1463-363A-8C7B-3918958C604B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8D69407D-4DC0-536E-1E0C-E4B494137B73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decide </a:t>
            </a:r>
            <a:r>
              <a:rPr lang="en-US" sz="1600" b="1" kern="0" dirty="0">
                <a:solidFill>
                  <a:schemeClr val="tx1"/>
                </a:solidFill>
              </a:rPr>
              <a:t>what kind of food</a:t>
            </a:r>
            <a:r>
              <a:rPr lang="en-US" sz="1600" kern="0" dirty="0">
                <a:solidFill>
                  <a:schemeClr val="tx1"/>
                </a:solidFill>
              </a:rPr>
              <a:t> you want.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72F891E5-6742-F377-EBB5-26E231A79CF4}"/>
              </a:ext>
            </a:extLst>
          </p:cNvPr>
          <p:cNvSpPr txBox="1">
            <a:spLocks/>
          </p:cNvSpPr>
          <p:nvPr/>
        </p:nvSpPr>
        <p:spPr bwMode="auto">
          <a:xfrm>
            <a:off x="6469050" y="936233"/>
            <a:ext cx="2191879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>
                <a:solidFill>
                  <a:schemeClr val="tx1"/>
                </a:solidFill>
              </a:rPr>
              <a:t>The </a:t>
            </a:r>
            <a:r>
              <a:rPr lang="en-US" sz="1600" b="1" dirty="0">
                <a:solidFill>
                  <a:schemeClr val="tx1"/>
                </a:solidFill>
              </a:rPr>
              <a:t>manager</a:t>
            </a:r>
            <a:r>
              <a:rPr lang="en-US" sz="1600" dirty="0">
                <a:solidFill>
                  <a:schemeClr val="tx1"/>
                </a:solidFill>
              </a:rPr>
              <a:t> delegates your orders to </a:t>
            </a:r>
            <a:r>
              <a:rPr lang="en-US" sz="1600" b="1" dirty="0">
                <a:solidFill>
                  <a:schemeClr val="tx1"/>
                </a:solidFill>
              </a:rPr>
              <a:t>chefs</a:t>
            </a:r>
            <a:r>
              <a:rPr lang="en-US" sz="1600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C4CDFEA2-2321-96D5-532A-8165F9F64915}"/>
              </a:ext>
            </a:extLst>
          </p:cNvPr>
          <p:cNvSpPr txBox="1">
            <a:spLocks/>
          </p:cNvSpPr>
          <p:nvPr/>
        </p:nvSpPr>
        <p:spPr bwMode="auto">
          <a:xfrm>
            <a:off x="2590589" y="4331093"/>
            <a:ext cx="3962822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Finished orders are given to the </a:t>
            </a:r>
            <a:r>
              <a:rPr lang="en-US" sz="1600" b="1" dirty="0">
                <a:solidFill>
                  <a:schemeClr val="tx1"/>
                </a:solidFill>
              </a:rPr>
              <a:t>waiter</a:t>
            </a:r>
            <a:r>
              <a:rPr lang="en-US" sz="1600" dirty="0">
                <a:solidFill>
                  <a:schemeClr val="tx1"/>
                </a:solidFill>
              </a:rPr>
              <a:t>, who brings you your food.</a:t>
            </a:r>
            <a:endParaRPr lang="en-US" sz="1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9274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animBg="1"/>
      <p:bldP spid="100" grpId="0" animBg="1"/>
      <p:bldP spid="102" grpId="0" animBg="1"/>
      <p:bldP spid="4" grpId="0"/>
      <p:bldP spid="115" grpId="0" animBg="1"/>
      <p:bldP spid="120" grpId="0" animBg="1"/>
      <p:bldP spid="1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24C10-D5FE-2BE9-29C0-98342214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2734632A-5CC9-F87E-CBD8-6E10C4781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0940" y="24504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10D01F-3655-2CAC-0770-5217B7F2C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8842" y="3372194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F9BC646-59F6-52B7-EF57-556090A52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3140" y="42075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8674ABD7-D4D6-699F-55FC-44DD191CB386}"/>
              </a:ext>
            </a:extLst>
          </p:cNvPr>
          <p:cNvSpPr txBox="1">
            <a:spLocks/>
          </p:cNvSpPr>
          <p:nvPr/>
        </p:nvSpPr>
        <p:spPr bwMode="auto">
          <a:xfrm>
            <a:off x="2850660" y="1005894"/>
            <a:ext cx="2481218" cy="11277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From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  <a:r>
              <a:rPr lang="en-US" sz="1600" dirty="0">
                <a:solidFill>
                  <a:schemeClr val="tx1"/>
                </a:solidFill>
              </a:rPr>
              <a:t>, you submit tasks to </a:t>
            </a:r>
            <a:r>
              <a:rPr lang="en-US" sz="1600" b="1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75DBC-2189-C9EC-0FBC-B044C949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C30C6C-59D7-6471-1439-50BAA22BF191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A568C16-30AD-3AA1-F26D-C3DAEA905DFF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246091" cy="57949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2694AAE-0DC5-78E3-4BAC-955F7D62AD6C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881193" cy="1155272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30E1F7A-17FA-7D91-69B3-F581AE4279B9}"/>
              </a:ext>
            </a:extLst>
          </p:cNvPr>
          <p:cNvCxnSpPr>
            <a:cxnSpLocks/>
          </p:cNvCxnSpPr>
          <p:nvPr/>
        </p:nvCxnSpPr>
        <p:spPr>
          <a:xfrm flipH="1">
            <a:off x="4893290" y="2960166"/>
            <a:ext cx="1073713" cy="31400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789D0-5DBD-AE22-E81E-D82AB570E6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21" name="Graphic 20" descr="Meeting with solid fill">
            <a:extLst>
              <a:ext uri="{FF2B5EF4-FFF2-40B4-BE49-F238E27FC236}">
                <a16:creationId xmlns:a16="http://schemas.microsoft.com/office/drawing/2014/main" id="{1BB22EB1-FFBB-60DD-2224-01EC4D175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553" y="3181136"/>
            <a:ext cx="1354960" cy="1354960"/>
          </a:xfrm>
          <a:prstGeom prst="rect">
            <a:avLst/>
          </a:prstGeom>
        </p:spPr>
      </p:pic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B2E651C2-29E4-6661-B54A-ADED07B85E0D}"/>
              </a:ext>
            </a:extLst>
          </p:cNvPr>
          <p:cNvSpPr/>
          <p:nvPr/>
        </p:nvSpPr>
        <p:spPr bwMode="auto">
          <a:xfrm>
            <a:off x="2015529" y="2640817"/>
            <a:ext cx="797795" cy="818826"/>
          </a:xfrm>
          <a:prstGeom prst="wedgeEllipseCallout">
            <a:avLst>
              <a:gd name="adj1" fmla="val -52276"/>
              <a:gd name="adj2" fmla="val 526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Speech Bubble: Oval 57">
            <a:extLst>
              <a:ext uri="{FF2B5EF4-FFF2-40B4-BE49-F238E27FC236}">
                <a16:creationId xmlns:a16="http://schemas.microsoft.com/office/drawing/2014/main" id="{D3C5347A-042D-2473-7C3D-6194851B8F8A}"/>
              </a:ext>
            </a:extLst>
          </p:cNvPr>
          <p:cNvSpPr/>
          <p:nvPr/>
        </p:nvSpPr>
        <p:spPr bwMode="auto">
          <a:xfrm>
            <a:off x="130564" y="2727858"/>
            <a:ext cx="797795" cy="818826"/>
          </a:xfrm>
          <a:prstGeom prst="wedgeEllipseCallout">
            <a:avLst>
              <a:gd name="adj1" fmla="val 39011"/>
              <a:gd name="adj2" fmla="val 575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29EF8D25-A87C-6AE5-039F-95731880061B}"/>
              </a:ext>
            </a:extLst>
          </p:cNvPr>
          <p:cNvSpPr/>
          <p:nvPr/>
        </p:nvSpPr>
        <p:spPr bwMode="auto">
          <a:xfrm>
            <a:off x="1042106" y="2352503"/>
            <a:ext cx="797795" cy="818826"/>
          </a:xfrm>
          <a:prstGeom prst="wedgeEllipseCallout">
            <a:avLst>
              <a:gd name="adj1" fmla="val 467"/>
              <a:gd name="adj2" fmla="val 6348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258015F3-540A-D101-F20C-13C1B9FB5AFB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518684E2-88AF-67CB-D0D0-833453FFA4B0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12A1E7BD-826B-FCDD-ED44-8FE6EEFE0C78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E6E94F48-C24D-AA8F-CDC5-0344740044BD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create and describe your tasks on the </a:t>
            </a:r>
            <a:r>
              <a:rPr lang="en-US" sz="1600" b="1" kern="0" dirty="0">
                <a:solidFill>
                  <a:schemeClr val="tx1"/>
                </a:solidFill>
              </a:rPr>
              <a:t>Access Point</a:t>
            </a:r>
            <a:r>
              <a:rPr lang="en-US" sz="1600" kern="0" dirty="0">
                <a:solidFill>
                  <a:schemeClr val="tx1"/>
                </a:solidFill>
              </a:rPr>
              <a:t>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1116FF88-D144-CAB5-8DA9-03CB9EC3A398}"/>
              </a:ext>
            </a:extLst>
          </p:cNvPr>
          <p:cNvSpPr txBox="1">
            <a:spLocks/>
          </p:cNvSpPr>
          <p:nvPr/>
        </p:nvSpPr>
        <p:spPr bwMode="auto">
          <a:xfrm>
            <a:off x="5844073" y="1028062"/>
            <a:ext cx="3090378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 schedules your tasks to run on </a:t>
            </a:r>
            <a:r>
              <a:rPr lang="en-US" sz="1600" b="1" dirty="0">
                <a:solidFill>
                  <a:schemeClr val="tx1"/>
                </a:solidFill>
              </a:rPr>
              <a:t>Execution Points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8688F6FD-8F31-054B-903F-954CF0744623}"/>
              </a:ext>
            </a:extLst>
          </p:cNvPr>
          <p:cNvSpPr txBox="1">
            <a:spLocks/>
          </p:cNvSpPr>
          <p:nvPr/>
        </p:nvSpPr>
        <p:spPr bwMode="auto">
          <a:xfrm>
            <a:off x="3048000" y="4331093"/>
            <a:ext cx="3048000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Outputs are sent back to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</a:p>
        </p:txBody>
      </p:sp>
      <p:pic>
        <p:nvPicPr>
          <p:cNvPr id="5" name="Graphic 4" descr="Mathematics with solid fill">
            <a:extLst>
              <a:ext uri="{FF2B5EF4-FFF2-40B4-BE49-F238E27FC236}">
                <a16:creationId xmlns:a16="http://schemas.microsoft.com/office/drawing/2014/main" id="{87395B6D-8A61-3836-BDF5-1CF56DD8FA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241" y="2818601"/>
            <a:ext cx="674900" cy="6749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73B1E657-74BC-C248-7D1F-3F09C8AB38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620" y="2461417"/>
            <a:ext cx="629468" cy="629468"/>
          </a:xfrm>
          <a:prstGeom prst="rect">
            <a:avLst/>
          </a:prstGeom>
        </p:spPr>
      </p:pic>
      <p:pic>
        <p:nvPicPr>
          <p:cNvPr id="11" name="Graphic 10" descr="Petri Dish with solid fill">
            <a:extLst>
              <a:ext uri="{FF2B5EF4-FFF2-40B4-BE49-F238E27FC236}">
                <a16:creationId xmlns:a16="http://schemas.microsoft.com/office/drawing/2014/main" id="{982423FA-E776-053C-A681-6720C1738B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5473" y="2703714"/>
            <a:ext cx="711058" cy="71105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674DE512-BAF6-578B-B830-1AC536509934}"/>
              </a:ext>
            </a:extLst>
          </p:cNvPr>
          <p:cNvGrpSpPr/>
          <p:nvPr/>
        </p:nvGrpSpPr>
        <p:grpSpPr>
          <a:xfrm>
            <a:off x="2904417" y="2361593"/>
            <a:ext cx="1961657" cy="1691839"/>
            <a:chOff x="2904417" y="2380974"/>
            <a:chExt cx="1939185" cy="167245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4707C36-C363-1428-4469-1729AB9FEE13}"/>
                </a:ext>
              </a:extLst>
            </p:cNvPr>
            <p:cNvSpPr/>
            <p:nvPr/>
          </p:nvSpPr>
          <p:spPr>
            <a:xfrm>
              <a:off x="2904417" y="2380974"/>
              <a:ext cx="1936474" cy="167245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cs typeface="Arial"/>
                </a:rPr>
                <a:t>Access Point</a:t>
              </a:r>
            </a:p>
            <a:p>
              <a:pPr algn="ctr"/>
              <a:endParaRPr lang="en-US" dirty="0">
                <a:cs typeface="Arial"/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F41ACC-C436-48B1-91A5-1C356B18CC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24218" y="2776113"/>
              <a:ext cx="1919384" cy="1277318"/>
            </a:xfrm>
            <a:prstGeom prst="rect">
              <a:avLst/>
            </a:prstGeom>
          </p:spPr>
        </p:pic>
      </p:grpSp>
      <p:pic>
        <p:nvPicPr>
          <p:cNvPr id="19" name="Picture 18" descr="HTCondor_red_blk_notag.jpg">
            <a:extLst>
              <a:ext uri="{FF2B5EF4-FFF2-40B4-BE49-F238E27FC236}">
                <a16:creationId xmlns:a16="http://schemas.microsoft.com/office/drawing/2014/main" id="{116F7A77-5E69-47DE-F397-0317F588D29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59" y="2367763"/>
            <a:ext cx="1965768" cy="46461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B5FA6C61-360E-BB49-C354-3733C48AB552}"/>
              </a:ext>
            </a:extLst>
          </p:cNvPr>
          <p:cNvGrpSpPr/>
          <p:nvPr/>
        </p:nvGrpSpPr>
        <p:grpSpPr>
          <a:xfrm>
            <a:off x="7040716" y="2572674"/>
            <a:ext cx="946104" cy="2101844"/>
            <a:chOff x="6857565" y="2289794"/>
            <a:chExt cx="1123302" cy="2495503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043F8732-9E56-DF54-BF76-41CD9FDF1BDF}"/>
                </a:ext>
              </a:extLst>
            </p:cNvPr>
            <p:cNvSpPr/>
            <p:nvPr/>
          </p:nvSpPr>
          <p:spPr bwMode="auto">
            <a:xfrm>
              <a:off x="7301509" y="2289794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68CAB8BD-2914-CAE1-C5B2-8758878823D6}"/>
                </a:ext>
              </a:extLst>
            </p:cNvPr>
            <p:cNvSpPr/>
            <p:nvPr/>
          </p:nvSpPr>
          <p:spPr bwMode="auto">
            <a:xfrm>
              <a:off x="7284651" y="3252259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5C60E606-AD77-2EB9-10E4-1D972DD2B662}"/>
                </a:ext>
              </a:extLst>
            </p:cNvPr>
            <p:cNvSpPr/>
            <p:nvPr/>
          </p:nvSpPr>
          <p:spPr bwMode="auto">
            <a:xfrm>
              <a:off x="6884454" y="4059708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4" name="Graphic 33" descr="Mathematics with solid fill">
              <a:extLst>
                <a:ext uri="{FF2B5EF4-FFF2-40B4-BE49-F238E27FC236}">
                  <a16:creationId xmlns:a16="http://schemas.microsoft.com/office/drawing/2014/main" id="{142CC163-59DB-ECAE-ACF7-04E236C003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5967" y="2324252"/>
              <a:ext cx="674900" cy="674900"/>
            </a:xfrm>
            <a:prstGeom prst="rect">
              <a:avLst/>
            </a:prstGeom>
          </p:spPr>
        </p:pic>
        <p:pic>
          <p:nvPicPr>
            <p:cNvPr id="36" name="Graphic 35" descr="Bar chart with solid fill">
              <a:extLst>
                <a:ext uri="{FF2B5EF4-FFF2-40B4-BE49-F238E27FC236}">
                  <a16:creationId xmlns:a16="http://schemas.microsoft.com/office/drawing/2014/main" id="{6ABE67C8-2CB5-04E8-49AF-8E749712377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09974" y="3305681"/>
              <a:ext cx="629468" cy="629468"/>
            </a:xfrm>
            <a:prstGeom prst="rect">
              <a:avLst/>
            </a:prstGeom>
          </p:spPr>
        </p:pic>
        <p:pic>
          <p:nvPicPr>
            <p:cNvPr id="38" name="Graphic 37" descr="Petri Dish with solid fill">
              <a:extLst>
                <a:ext uri="{FF2B5EF4-FFF2-40B4-BE49-F238E27FC236}">
                  <a16:creationId xmlns:a16="http://schemas.microsoft.com/office/drawing/2014/main" id="{9A229CA9-B22B-BEEA-DF4A-0669F8BE151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57565" y="4074239"/>
              <a:ext cx="711058" cy="711058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78CE3549-27DD-B55F-88AB-4929E422398E}"/>
              </a:ext>
            </a:extLst>
          </p:cNvPr>
          <p:cNvSpPr txBox="1"/>
          <p:nvPr/>
        </p:nvSpPr>
        <p:spPr>
          <a:xfrm>
            <a:off x="7421759" y="2143617"/>
            <a:ext cx="1666657" cy="31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rial"/>
              </a:rPr>
              <a:t>Execution Points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58169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58CC05-0F13-B524-1730-11B667426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B8731E3-BB00-C51A-2E11-866DDC75FE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0940" y="24504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086F7A7-D02C-66C7-B781-0A56A0703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8842" y="3372194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B26B55-8F82-C537-0D33-73266DBCDA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3140" y="42075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ED0BABB0-2E09-7EF9-799A-8D97799986C6}"/>
              </a:ext>
            </a:extLst>
          </p:cNvPr>
          <p:cNvSpPr txBox="1">
            <a:spLocks/>
          </p:cNvSpPr>
          <p:nvPr/>
        </p:nvSpPr>
        <p:spPr bwMode="auto">
          <a:xfrm>
            <a:off x="2850660" y="1005894"/>
            <a:ext cx="2481218" cy="11277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From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  <a:r>
              <a:rPr lang="en-US" sz="1600" dirty="0">
                <a:solidFill>
                  <a:schemeClr val="tx1"/>
                </a:solidFill>
              </a:rPr>
              <a:t>, you submit tasks to </a:t>
            </a:r>
            <a:r>
              <a:rPr lang="en-US" sz="1600" b="1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092520-34E7-CBB1-8314-D47B3EE41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53B2A44-484B-34A2-2D92-00674F2845DA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F6F8350-36EA-45A8-C770-3BD780CDD9DF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246091" cy="57949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524F7D-FC24-52E6-36CD-6D1562361070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881193" cy="1155272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2FD7437-4FE6-C87D-EB4C-C0114667F451}"/>
              </a:ext>
            </a:extLst>
          </p:cNvPr>
          <p:cNvCxnSpPr>
            <a:cxnSpLocks/>
          </p:cNvCxnSpPr>
          <p:nvPr/>
        </p:nvCxnSpPr>
        <p:spPr>
          <a:xfrm flipH="1">
            <a:off x="4893290" y="2960166"/>
            <a:ext cx="1073713" cy="31400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893D8-D4A6-BA51-4070-788304F6D5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21" name="Graphic 20" descr="Meeting with solid fill">
            <a:extLst>
              <a:ext uri="{FF2B5EF4-FFF2-40B4-BE49-F238E27FC236}">
                <a16:creationId xmlns:a16="http://schemas.microsoft.com/office/drawing/2014/main" id="{D13FADAB-B340-659E-FAC4-B0A8F6EC01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553" y="3181136"/>
            <a:ext cx="1354960" cy="1354960"/>
          </a:xfrm>
          <a:prstGeom prst="rect">
            <a:avLst/>
          </a:prstGeom>
        </p:spPr>
      </p:pic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97A47027-1855-62C5-343A-C9BE621DE439}"/>
              </a:ext>
            </a:extLst>
          </p:cNvPr>
          <p:cNvSpPr/>
          <p:nvPr/>
        </p:nvSpPr>
        <p:spPr bwMode="auto">
          <a:xfrm>
            <a:off x="2015529" y="2640817"/>
            <a:ext cx="797795" cy="818826"/>
          </a:xfrm>
          <a:prstGeom prst="wedgeEllipseCallout">
            <a:avLst>
              <a:gd name="adj1" fmla="val -52276"/>
              <a:gd name="adj2" fmla="val 526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Speech Bubble: Oval 57">
            <a:extLst>
              <a:ext uri="{FF2B5EF4-FFF2-40B4-BE49-F238E27FC236}">
                <a16:creationId xmlns:a16="http://schemas.microsoft.com/office/drawing/2014/main" id="{81D6F62B-A0ED-A4AA-0745-1545DFDE1DD3}"/>
              </a:ext>
            </a:extLst>
          </p:cNvPr>
          <p:cNvSpPr/>
          <p:nvPr/>
        </p:nvSpPr>
        <p:spPr bwMode="auto">
          <a:xfrm>
            <a:off x="130564" y="2727858"/>
            <a:ext cx="797795" cy="818826"/>
          </a:xfrm>
          <a:prstGeom prst="wedgeEllipseCallout">
            <a:avLst>
              <a:gd name="adj1" fmla="val 39011"/>
              <a:gd name="adj2" fmla="val 575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68FAE3ED-F5D2-ED32-343F-08FE159F7B05}"/>
              </a:ext>
            </a:extLst>
          </p:cNvPr>
          <p:cNvSpPr/>
          <p:nvPr/>
        </p:nvSpPr>
        <p:spPr bwMode="auto">
          <a:xfrm>
            <a:off x="1042106" y="2352503"/>
            <a:ext cx="797795" cy="818826"/>
          </a:xfrm>
          <a:prstGeom prst="wedgeEllipseCallout">
            <a:avLst>
              <a:gd name="adj1" fmla="val 467"/>
              <a:gd name="adj2" fmla="val 6348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5C8F07AB-AF79-FDD4-0D4D-12EF8C3F5A7B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00A6377-EA69-72BE-ED96-45418FB3ECA6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5F44B3F-45FC-E29A-7BD8-763CA0BA7653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19AF7958-F73B-F97B-19E9-32953DDBAB04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create and describe your tasks on the </a:t>
            </a:r>
            <a:r>
              <a:rPr lang="en-US" sz="1600" b="1" kern="0" dirty="0">
                <a:solidFill>
                  <a:schemeClr val="tx1"/>
                </a:solidFill>
              </a:rPr>
              <a:t>Access Point</a:t>
            </a:r>
            <a:r>
              <a:rPr lang="en-US" sz="1600" kern="0" dirty="0">
                <a:solidFill>
                  <a:schemeClr val="tx1"/>
                </a:solidFill>
              </a:rPr>
              <a:t>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5273CB83-76D0-AB42-F7F7-C67608207AF2}"/>
              </a:ext>
            </a:extLst>
          </p:cNvPr>
          <p:cNvSpPr txBox="1">
            <a:spLocks/>
          </p:cNvSpPr>
          <p:nvPr/>
        </p:nvSpPr>
        <p:spPr bwMode="auto">
          <a:xfrm>
            <a:off x="5844073" y="1028062"/>
            <a:ext cx="3090378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 schedules your tasks to run on </a:t>
            </a:r>
            <a:r>
              <a:rPr lang="en-US" sz="1600" b="1" dirty="0">
                <a:solidFill>
                  <a:schemeClr val="tx1"/>
                </a:solidFill>
              </a:rPr>
              <a:t>Execution Points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F5F3BFD5-F397-DA4E-B8E8-1CBB1F614F70}"/>
              </a:ext>
            </a:extLst>
          </p:cNvPr>
          <p:cNvSpPr txBox="1">
            <a:spLocks/>
          </p:cNvSpPr>
          <p:nvPr/>
        </p:nvSpPr>
        <p:spPr bwMode="auto">
          <a:xfrm>
            <a:off x="3048000" y="4331093"/>
            <a:ext cx="3048000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Outputs are sent back to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</a:p>
        </p:txBody>
      </p:sp>
      <p:pic>
        <p:nvPicPr>
          <p:cNvPr id="5" name="Graphic 4" descr="Mathematics with solid fill">
            <a:extLst>
              <a:ext uri="{FF2B5EF4-FFF2-40B4-BE49-F238E27FC236}">
                <a16:creationId xmlns:a16="http://schemas.microsoft.com/office/drawing/2014/main" id="{148CA4CF-5592-54A4-AC25-490C64EDFB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241" y="2818601"/>
            <a:ext cx="674900" cy="6749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1D1E03CA-2E7E-E5C3-A104-312305394E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620" y="2461417"/>
            <a:ext cx="629468" cy="629468"/>
          </a:xfrm>
          <a:prstGeom prst="rect">
            <a:avLst/>
          </a:prstGeom>
        </p:spPr>
      </p:pic>
      <p:pic>
        <p:nvPicPr>
          <p:cNvPr id="11" name="Graphic 10" descr="Petri Dish with solid fill">
            <a:extLst>
              <a:ext uri="{FF2B5EF4-FFF2-40B4-BE49-F238E27FC236}">
                <a16:creationId xmlns:a16="http://schemas.microsoft.com/office/drawing/2014/main" id="{AAD81445-E8E0-D789-7109-C4616E971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5473" y="2703714"/>
            <a:ext cx="711058" cy="71105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C96CBBDF-DBDD-6CD8-9326-06B8C31D168E}"/>
              </a:ext>
            </a:extLst>
          </p:cNvPr>
          <p:cNvGrpSpPr/>
          <p:nvPr/>
        </p:nvGrpSpPr>
        <p:grpSpPr>
          <a:xfrm>
            <a:off x="2904417" y="2361593"/>
            <a:ext cx="1961657" cy="1691839"/>
            <a:chOff x="2904417" y="2380974"/>
            <a:chExt cx="1939185" cy="167245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1D5F51-2977-F9DB-2D39-8F2A53F7AB76}"/>
                </a:ext>
              </a:extLst>
            </p:cNvPr>
            <p:cNvSpPr/>
            <p:nvPr/>
          </p:nvSpPr>
          <p:spPr>
            <a:xfrm>
              <a:off x="2904417" y="2380974"/>
              <a:ext cx="1936474" cy="167245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cs typeface="Arial"/>
                </a:rPr>
                <a:t>Access Point</a:t>
              </a:r>
            </a:p>
            <a:p>
              <a:pPr algn="ctr"/>
              <a:endParaRPr lang="en-US" dirty="0">
                <a:cs typeface="Arial"/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22BA3E0-A93F-5ADC-5CDA-170A8404D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24218" y="2776113"/>
              <a:ext cx="1919384" cy="1277318"/>
            </a:xfrm>
            <a:prstGeom prst="rect">
              <a:avLst/>
            </a:prstGeom>
          </p:spPr>
        </p:pic>
      </p:grpSp>
      <p:pic>
        <p:nvPicPr>
          <p:cNvPr id="19" name="Picture 18" descr="HTCondor_red_blk_notag.jpg">
            <a:extLst>
              <a:ext uri="{FF2B5EF4-FFF2-40B4-BE49-F238E27FC236}">
                <a16:creationId xmlns:a16="http://schemas.microsoft.com/office/drawing/2014/main" id="{0A9D9010-D6A6-07E1-E309-51DD7CBCB8B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59" y="2367763"/>
            <a:ext cx="1965768" cy="46461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346485A3-51F0-B75D-7764-CF99B772FC09}"/>
              </a:ext>
            </a:extLst>
          </p:cNvPr>
          <p:cNvGrpSpPr/>
          <p:nvPr/>
        </p:nvGrpSpPr>
        <p:grpSpPr>
          <a:xfrm>
            <a:off x="7040716" y="2572674"/>
            <a:ext cx="946104" cy="2101844"/>
            <a:chOff x="6857565" y="2289794"/>
            <a:chExt cx="1123302" cy="2495503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EB120919-628D-55F4-F337-146533989098}"/>
                </a:ext>
              </a:extLst>
            </p:cNvPr>
            <p:cNvSpPr/>
            <p:nvPr/>
          </p:nvSpPr>
          <p:spPr bwMode="auto">
            <a:xfrm>
              <a:off x="7301509" y="2289794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483D2E3F-FF31-BF3D-D18E-FF85CF8A41BD}"/>
                </a:ext>
              </a:extLst>
            </p:cNvPr>
            <p:cNvSpPr/>
            <p:nvPr/>
          </p:nvSpPr>
          <p:spPr bwMode="auto">
            <a:xfrm>
              <a:off x="7284651" y="3252259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E2F03156-4742-F2CC-212A-563F2C32834F}"/>
                </a:ext>
              </a:extLst>
            </p:cNvPr>
            <p:cNvSpPr/>
            <p:nvPr/>
          </p:nvSpPr>
          <p:spPr bwMode="auto">
            <a:xfrm>
              <a:off x="6884454" y="4059708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4" name="Graphic 33" descr="Mathematics with solid fill">
              <a:extLst>
                <a:ext uri="{FF2B5EF4-FFF2-40B4-BE49-F238E27FC236}">
                  <a16:creationId xmlns:a16="http://schemas.microsoft.com/office/drawing/2014/main" id="{1A31077C-9B7B-4446-CF8B-F3D82E028F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5967" y="2324252"/>
              <a:ext cx="674900" cy="674900"/>
            </a:xfrm>
            <a:prstGeom prst="rect">
              <a:avLst/>
            </a:prstGeom>
          </p:spPr>
        </p:pic>
        <p:pic>
          <p:nvPicPr>
            <p:cNvPr id="36" name="Graphic 35" descr="Bar chart with solid fill">
              <a:extLst>
                <a:ext uri="{FF2B5EF4-FFF2-40B4-BE49-F238E27FC236}">
                  <a16:creationId xmlns:a16="http://schemas.microsoft.com/office/drawing/2014/main" id="{FCAC1973-3409-4D16-66AB-45C9DAE47DB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09974" y="3305681"/>
              <a:ext cx="629468" cy="629468"/>
            </a:xfrm>
            <a:prstGeom prst="rect">
              <a:avLst/>
            </a:prstGeom>
          </p:spPr>
        </p:pic>
        <p:pic>
          <p:nvPicPr>
            <p:cNvPr id="38" name="Graphic 37" descr="Petri Dish with solid fill">
              <a:extLst>
                <a:ext uri="{FF2B5EF4-FFF2-40B4-BE49-F238E27FC236}">
                  <a16:creationId xmlns:a16="http://schemas.microsoft.com/office/drawing/2014/main" id="{57CBD91C-1633-C353-4C56-DDD4FCE0362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57565" y="4074239"/>
              <a:ext cx="711058" cy="711058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953A402-0950-C4A0-E1BB-49A270A4C64F}"/>
              </a:ext>
            </a:extLst>
          </p:cNvPr>
          <p:cNvSpPr txBox="1"/>
          <p:nvPr/>
        </p:nvSpPr>
        <p:spPr>
          <a:xfrm>
            <a:off x="7421759" y="2143617"/>
            <a:ext cx="1666657" cy="31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rial"/>
              </a:rPr>
              <a:t>Execution Points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0C0F41-E0AE-9F70-CB18-AC2F738276EB}"/>
              </a:ext>
            </a:extLst>
          </p:cNvPr>
          <p:cNvSpPr/>
          <p:nvPr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F353B1-CC02-7137-E663-7819CB3AFC93}"/>
              </a:ext>
            </a:extLst>
          </p:cNvPr>
          <p:cNvSpPr txBox="1"/>
          <p:nvPr/>
        </p:nvSpPr>
        <p:spPr>
          <a:xfrm>
            <a:off x="1338300" y="1983125"/>
            <a:ext cx="6476630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400" i="1" dirty="0"/>
              <a:t>This system allows many users to use the </a:t>
            </a:r>
            <a:r>
              <a:rPr lang="en-US" sz="2400" b="1" i="1" dirty="0"/>
              <a:t>same resources</a:t>
            </a:r>
            <a:r>
              <a:rPr lang="en-US" sz="2400" i="1" dirty="0"/>
              <a:t>, submit </a:t>
            </a:r>
            <a:r>
              <a:rPr lang="en-US" sz="2400" b="1" i="1" dirty="0"/>
              <a:t>lists of tasks</a:t>
            </a:r>
            <a:r>
              <a:rPr lang="en-US" sz="2400" i="1" dirty="0"/>
              <a:t>, and </a:t>
            </a:r>
            <a:r>
              <a:rPr lang="en-US" sz="2400" b="1" i="1" dirty="0"/>
              <a:t>automate</a:t>
            </a:r>
            <a:r>
              <a:rPr lang="en-US" sz="2400" i="1" dirty="0"/>
              <a:t> their workflows.</a:t>
            </a:r>
          </a:p>
        </p:txBody>
      </p:sp>
    </p:spTree>
    <p:extLst>
      <p:ext uri="{BB962C8B-B14F-4D97-AF65-F5344CB8AC3E}">
        <p14:creationId xmlns:p14="http://schemas.microsoft.com/office/powerpoint/2010/main" val="37166588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1929939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Basics of submitting jobs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D4492C-5C0C-5733-F67C-E7BED8F24DB2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8A73ACA-5917-4046-22A4-3F5E292E69BB}"/>
              </a:ext>
            </a:extLst>
          </p:cNvPr>
          <p:cNvSpPr/>
          <p:nvPr/>
        </p:nvSpPr>
        <p:spPr bwMode="auto">
          <a:xfrm>
            <a:off x="304800" y="759490"/>
            <a:ext cx="9321018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9C949-53D0-1C3B-BAEB-8400733C2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9C3DDD41-61E1-E869-695F-409E372417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0940" y="24504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E075692-1BAC-5F4C-F44E-59CB22280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8842" y="3372194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816B40F-44B8-E05A-5BD0-ECF33900C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3140" y="42075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17" name="Content Placeholder 2">
            <a:extLst>
              <a:ext uri="{FF2B5EF4-FFF2-40B4-BE49-F238E27FC236}">
                <a16:creationId xmlns:a16="http://schemas.microsoft.com/office/drawing/2014/main" id="{80F03C4B-DAA8-18AC-381D-580894C6C267}"/>
              </a:ext>
            </a:extLst>
          </p:cNvPr>
          <p:cNvSpPr txBox="1">
            <a:spLocks/>
          </p:cNvSpPr>
          <p:nvPr/>
        </p:nvSpPr>
        <p:spPr bwMode="auto">
          <a:xfrm>
            <a:off x="2850660" y="1005894"/>
            <a:ext cx="2481218" cy="11277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From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  <a:r>
              <a:rPr lang="en-US" sz="1600" dirty="0">
                <a:solidFill>
                  <a:schemeClr val="tx1"/>
                </a:solidFill>
              </a:rPr>
              <a:t>, you submit tasks to </a:t>
            </a:r>
            <a:r>
              <a:rPr lang="en-US" sz="1600" b="1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900242-04C5-C933-B150-81D2C8DE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8603E30-EF4C-3E27-C085-6D2A2B0450E6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8CCAE3AD-7BB5-A86F-E673-EE39ED317D8E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246091" cy="57949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5A8F051-A031-01C9-45A9-E7E1ECD6B347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881193" cy="1155272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13A640B-F9E7-A9A7-B630-7F7DA8475F06}"/>
              </a:ext>
            </a:extLst>
          </p:cNvPr>
          <p:cNvCxnSpPr>
            <a:cxnSpLocks/>
          </p:cNvCxnSpPr>
          <p:nvPr/>
        </p:nvCxnSpPr>
        <p:spPr>
          <a:xfrm flipH="1">
            <a:off x="4893290" y="2960166"/>
            <a:ext cx="1073713" cy="31400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D0CB4-CA7C-9811-B2D2-E4900C64E7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21" name="Graphic 20" descr="Meeting with solid fill">
            <a:extLst>
              <a:ext uri="{FF2B5EF4-FFF2-40B4-BE49-F238E27FC236}">
                <a16:creationId xmlns:a16="http://schemas.microsoft.com/office/drawing/2014/main" id="{277FEE27-B9F9-CD0C-0BEB-D750093692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553" y="3181136"/>
            <a:ext cx="1354960" cy="1354960"/>
          </a:xfrm>
          <a:prstGeom prst="rect">
            <a:avLst/>
          </a:prstGeom>
        </p:spPr>
      </p:pic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D57F3EDE-3349-9D4E-4D78-DAA8AE9BC40C}"/>
              </a:ext>
            </a:extLst>
          </p:cNvPr>
          <p:cNvSpPr/>
          <p:nvPr/>
        </p:nvSpPr>
        <p:spPr bwMode="auto">
          <a:xfrm>
            <a:off x="2015529" y="2640817"/>
            <a:ext cx="797795" cy="818826"/>
          </a:xfrm>
          <a:prstGeom prst="wedgeEllipseCallout">
            <a:avLst>
              <a:gd name="adj1" fmla="val -52276"/>
              <a:gd name="adj2" fmla="val 526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Speech Bubble: Oval 57">
            <a:extLst>
              <a:ext uri="{FF2B5EF4-FFF2-40B4-BE49-F238E27FC236}">
                <a16:creationId xmlns:a16="http://schemas.microsoft.com/office/drawing/2014/main" id="{6D6F6C8A-A97D-BB86-E42E-C92BD85351A7}"/>
              </a:ext>
            </a:extLst>
          </p:cNvPr>
          <p:cNvSpPr/>
          <p:nvPr/>
        </p:nvSpPr>
        <p:spPr bwMode="auto">
          <a:xfrm>
            <a:off x="130564" y="2727858"/>
            <a:ext cx="797795" cy="818826"/>
          </a:xfrm>
          <a:prstGeom prst="wedgeEllipseCallout">
            <a:avLst>
              <a:gd name="adj1" fmla="val 39011"/>
              <a:gd name="adj2" fmla="val 575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D6C36BA7-6F8D-9145-8770-16D4CA2FF114}"/>
              </a:ext>
            </a:extLst>
          </p:cNvPr>
          <p:cNvSpPr/>
          <p:nvPr/>
        </p:nvSpPr>
        <p:spPr bwMode="auto">
          <a:xfrm>
            <a:off x="1042106" y="2352503"/>
            <a:ext cx="797795" cy="818826"/>
          </a:xfrm>
          <a:prstGeom prst="wedgeEllipseCallout">
            <a:avLst>
              <a:gd name="adj1" fmla="val 467"/>
              <a:gd name="adj2" fmla="val 6348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D4A5FDF-3DCD-D216-794A-6A9DB336E127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E4D00BA5-7C94-F75F-94B3-0F3B8A6B53A8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D290739-E654-C8EF-3887-E5D8DAD72166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EEBB045B-66E8-A9F9-391A-2B7B30A86E07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create and describe your tasks on the </a:t>
            </a:r>
            <a:r>
              <a:rPr lang="en-US" sz="1600" b="1" kern="0" dirty="0">
                <a:solidFill>
                  <a:schemeClr val="tx1"/>
                </a:solidFill>
              </a:rPr>
              <a:t>Access Point</a:t>
            </a:r>
            <a:r>
              <a:rPr lang="en-US" sz="1600" kern="0" dirty="0">
                <a:solidFill>
                  <a:schemeClr val="tx1"/>
                </a:solidFill>
              </a:rPr>
              <a:t>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A4E9EE91-1796-F89D-70B0-6188AA7FAD03}"/>
              </a:ext>
            </a:extLst>
          </p:cNvPr>
          <p:cNvSpPr txBox="1">
            <a:spLocks/>
          </p:cNvSpPr>
          <p:nvPr/>
        </p:nvSpPr>
        <p:spPr bwMode="auto">
          <a:xfrm>
            <a:off x="5844073" y="1028062"/>
            <a:ext cx="3090378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 schedules your tasks to run on </a:t>
            </a:r>
            <a:r>
              <a:rPr lang="en-US" sz="1600" b="1" dirty="0">
                <a:solidFill>
                  <a:schemeClr val="tx1"/>
                </a:solidFill>
              </a:rPr>
              <a:t>Execution Points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15DCDC43-9BDA-D652-4903-9FA4B99A94BD}"/>
              </a:ext>
            </a:extLst>
          </p:cNvPr>
          <p:cNvSpPr txBox="1">
            <a:spLocks/>
          </p:cNvSpPr>
          <p:nvPr/>
        </p:nvSpPr>
        <p:spPr bwMode="auto">
          <a:xfrm>
            <a:off x="3048000" y="4331093"/>
            <a:ext cx="3048000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Outputs are sent back to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</a:p>
        </p:txBody>
      </p:sp>
      <p:pic>
        <p:nvPicPr>
          <p:cNvPr id="5" name="Graphic 4" descr="Mathematics with solid fill">
            <a:extLst>
              <a:ext uri="{FF2B5EF4-FFF2-40B4-BE49-F238E27FC236}">
                <a16:creationId xmlns:a16="http://schemas.microsoft.com/office/drawing/2014/main" id="{A1D7E604-9F54-0717-6864-254D45BF4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241" y="2818601"/>
            <a:ext cx="674900" cy="6749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EBC86E3B-62F8-2AF2-E0D3-A9C77D21F6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620" y="2461417"/>
            <a:ext cx="629468" cy="629468"/>
          </a:xfrm>
          <a:prstGeom prst="rect">
            <a:avLst/>
          </a:prstGeom>
        </p:spPr>
      </p:pic>
      <p:pic>
        <p:nvPicPr>
          <p:cNvPr id="11" name="Graphic 10" descr="Petri Dish with solid fill">
            <a:extLst>
              <a:ext uri="{FF2B5EF4-FFF2-40B4-BE49-F238E27FC236}">
                <a16:creationId xmlns:a16="http://schemas.microsoft.com/office/drawing/2014/main" id="{CAF1F7BA-7E1F-DC48-3819-2B0D774F0F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5473" y="2703714"/>
            <a:ext cx="711058" cy="71105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FD613ED-3A1C-06A7-0109-5EE0D3F6E28F}"/>
              </a:ext>
            </a:extLst>
          </p:cNvPr>
          <p:cNvGrpSpPr/>
          <p:nvPr/>
        </p:nvGrpSpPr>
        <p:grpSpPr>
          <a:xfrm>
            <a:off x="2904417" y="2361593"/>
            <a:ext cx="1961657" cy="1691839"/>
            <a:chOff x="2904417" y="2380974"/>
            <a:chExt cx="1939185" cy="1672458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BCB378-61A4-36A7-606C-BE86D331A9EA}"/>
                </a:ext>
              </a:extLst>
            </p:cNvPr>
            <p:cNvSpPr/>
            <p:nvPr/>
          </p:nvSpPr>
          <p:spPr>
            <a:xfrm>
              <a:off x="2904417" y="2380974"/>
              <a:ext cx="1936474" cy="167245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cs typeface="Arial"/>
                </a:rPr>
                <a:t>Access Point</a:t>
              </a:r>
            </a:p>
            <a:p>
              <a:pPr algn="ctr"/>
              <a:endParaRPr lang="en-US" dirty="0">
                <a:cs typeface="Arial"/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F553352-9C7F-F429-BBC6-B74E3B839C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24218" y="2776113"/>
              <a:ext cx="1919384" cy="1277318"/>
            </a:xfrm>
            <a:prstGeom prst="rect">
              <a:avLst/>
            </a:prstGeom>
          </p:spPr>
        </p:pic>
      </p:grpSp>
      <p:pic>
        <p:nvPicPr>
          <p:cNvPr id="19" name="Picture 18" descr="HTCondor_red_blk_notag.jpg">
            <a:extLst>
              <a:ext uri="{FF2B5EF4-FFF2-40B4-BE49-F238E27FC236}">
                <a16:creationId xmlns:a16="http://schemas.microsoft.com/office/drawing/2014/main" id="{15167810-29A6-26E6-362A-8A68EB8B275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59" y="2367763"/>
            <a:ext cx="1965768" cy="464616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7965A667-797D-4452-1DCA-0033F7B9B689}"/>
              </a:ext>
            </a:extLst>
          </p:cNvPr>
          <p:cNvGrpSpPr/>
          <p:nvPr/>
        </p:nvGrpSpPr>
        <p:grpSpPr>
          <a:xfrm>
            <a:off x="7040716" y="2572674"/>
            <a:ext cx="946104" cy="2101844"/>
            <a:chOff x="6857565" y="2289794"/>
            <a:chExt cx="1123302" cy="2495503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6FA43041-7D62-686A-307B-81BCE97B7EF5}"/>
                </a:ext>
              </a:extLst>
            </p:cNvPr>
            <p:cNvSpPr/>
            <p:nvPr/>
          </p:nvSpPr>
          <p:spPr bwMode="auto">
            <a:xfrm>
              <a:off x="7301509" y="2289794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815CB2F3-C8C9-7B77-1A92-51947B4125A2}"/>
                </a:ext>
              </a:extLst>
            </p:cNvPr>
            <p:cNvSpPr/>
            <p:nvPr/>
          </p:nvSpPr>
          <p:spPr bwMode="auto">
            <a:xfrm>
              <a:off x="7284651" y="3252259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19C35338-F0E2-0D09-7846-1CCC62C7F0BE}"/>
                </a:ext>
              </a:extLst>
            </p:cNvPr>
            <p:cNvSpPr/>
            <p:nvPr/>
          </p:nvSpPr>
          <p:spPr bwMode="auto">
            <a:xfrm>
              <a:off x="6884454" y="4059708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4" name="Graphic 33" descr="Mathematics with solid fill">
              <a:extLst>
                <a:ext uri="{FF2B5EF4-FFF2-40B4-BE49-F238E27FC236}">
                  <a16:creationId xmlns:a16="http://schemas.microsoft.com/office/drawing/2014/main" id="{D038192C-22B0-F1B7-D06B-9D1EE0B0483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5967" y="2324252"/>
              <a:ext cx="674900" cy="674900"/>
            </a:xfrm>
            <a:prstGeom prst="rect">
              <a:avLst/>
            </a:prstGeom>
          </p:spPr>
        </p:pic>
        <p:pic>
          <p:nvPicPr>
            <p:cNvPr id="36" name="Graphic 35" descr="Bar chart with solid fill">
              <a:extLst>
                <a:ext uri="{FF2B5EF4-FFF2-40B4-BE49-F238E27FC236}">
                  <a16:creationId xmlns:a16="http://schemas.microsoft.com/office/drawing/2014/main" id="{C8BC7E2C-4DB9-73A6-2FB5-D081C72CF7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09974" y="3305681"/>
              <a:ext cx="629468" cy="629468"/>
            </a:xfrm>
            <a:prstGeom prst="rect">
              <a:avLst/>
            </a:prstGeom>
          </p:spPr>
        </p:pic>
        <p:pic>
          <p:nvPicPr>
            <p:cNvPr id="38" name="Graphic 37" descr="Petri Dish with solid fill">
              <a:extLst>
                <a:ext uri="{FF2B5EF4-FFF2-40B4-BE49-F238E27FC236}">
                  <a16:creationId xmlns:a16="http://schemas.microsoft.com/office/drawing/2014/main" id="{F51FA16D-3CEE-A569-9300-51311C0D90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57565" y="4074239"/>
              <a:ext cx="711058" cy="711058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580BF2E-B042-8542-20C0-17D3FB8B7B2D}"/>
              </a:ext>
            </a:extLst>
          </p:cNvPr>
          <p:cNvSpPr txBox="1"/>
          <p:nvPr/>
        </p:nvSpPr>
        <p:spPr>
          <a:xfrm>
            <a:off x="7421759" y="2143617"/>
            <a:ext cx="1666657" cy="31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rial"/>
              </a:rPr>
              <a:t>Execution Points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433EDC-E852-738B-29C1-5ECF583C3490}"/>
              </a:ext>
            </a:extLst>
          </p:cNvPr>
          <p:cNvSpPr/>
          <p:nvPr/>
        </p:nvSpPr>
        <p:spPr bwMode="auto">
          <a:xfrm>
            <a:off x="2828258" y="942976"/>
            <a:ext cx="5963870" cy="411480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4EEC86-C438-A5B6-EC5D-DEF222C8249A}"/>
              </a:ext>
            </a:extLst>
          </p:cNvPr>
          <p:cNvSpPr/>
          <p:nvPr/>
        </p:nvSpPr>
        <p:spPr bwMode="auto">
          <a:xfrm>
            <a:off x="8792127" y="952451"/>
            <a:ext cx="338475" cy="371101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5320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Terminology: </a:t>
            </a:r>
            <a:r>
              <a:rPr lang="en-US" i="1" dirty="0"/>
              <a:t>Job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533399" y="1000126"/>
            <a:ext cx="8191501" cy="3514725"/>
          </a:xfrm>
        </p:spPr>
        <p:txBody>
          <a:bodyPr/>
          <a:lstStyle/>
          <a:p>
            <a:pPr marL="0" indent="0">
              <a:buNone/>
            </a:pPr>
            <a:r>
              <a:rPr lang="en-US" sz="2400" b="1" i="1" dirty="0"/>
              <a:t>Job</a:t>
            </a:r>
            <a:r>
              <a:rPr lang="en-US" sz="2400" b="1" dirty="0"/>
              <a:t>: </a:t>
            </a:r>
            <a:r>
              <a:rPr lang="en-US" sz="2400" dirty="0"/>
              <a:t>An independently-scheduled unit of computing work</a:t>
            </a:r>
            <a:endParaRPr lang="en-US" sz="20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8986AA-56B1-B848-B9AC-3AC092FE1598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" name="Picture 4" descr="Components of a job including software environment, command or script, input/output files, standard output/error, resource requirement.">
            <a:extLst>
              <a:ext uri="{FF2B5EF4-FFF2-40B4-BE49-F238E27FC236}">
                <a16:creationId xmlns:a16="http://schemas.microsoft.com/office/drawing/2014/main" id="{B9C95879-0391-C752-7343-8A1C37DCC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834" y="1641612"/>
            <a:ext cx="6958331" cy="313993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401037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/>
          <p:cNvSpPr txBox="1">
            <a:spLocks noGrp="1"/>
          </p:cNvSpPr>
          <p:nvPr>
            <p:ph type="title"/>
          </p:nvPr>
        </p:nvSpPr>
        <p:spPr>
          <a:xfrm>
            <a:off x="1182150" y="133350"/>
            <a:ext cx="677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Components of a job</a:t>
            </a:r>
            <a:endParaRPr dirty="0"/>
          </a:p>
        </p:txBody>
      </p:sp>
      <p:sp>
        <p:nvSpPr>
          <p:cNvPr id="363" name="Google Shape;363;p36"/>
          <p:cNvSpPr txBox="1">
            <a:spLocks noGrp="1"/>
          </p:cNvSpPr>
          <p:nvPr>
            <p:ph type="body" idx="1"/>
          </p:nvPr>
        </p:nvSpPr>
        <p:spPr>
          <a:xfrm>
            <a:off x="1230900" y="1078037"/>
            <a:ext cx="7241700" cy="7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</a:rPr>
              <a:t>Software environment</a:t>
            </a:r>
            <a:endParaRPr sz="1800" b="1" dirty="0">
              <a:solidFill>
                <a:schemeClr val="tx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</a:rPr>
              <a:t>What software, packages, and libraries do you need?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64" name="Google Shape;364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pic>
        <p:nvPicPr>
          <p:cNvPr id="365" name="Google Shape;365;p36" title="application-brackets-outlin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00" y="1170597"/>
            <a:ext cx="548700" cy="54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 title="bash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200" y="1926003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6" title="console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200" y="34368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6" title="memor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200" y="41922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6" title="file-arrow-up-down-outline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4200" y="2681427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/>
          <p:cNvSpPr txBox="1"/>
          <p:nvPr/>
        </p:nvSpPr>
        <p:spPr>
          <a:xfrm>
            <a:off x="1230900" y="4091775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Requirements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What resources (CPU, GPU, memory, disk) do you need?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71" name="Google Shape;371;p36"/>
          <p:cNvSpPr txBox="1"/>
          <p:nvPr/>
        </p:nvSpPr>
        <p:spPr>
          <a:xfrm>
            <a:off x="1230900" y="1819547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1800" b="1" dirty="0">
                <a:solidFill>
                  <a:schemeClr val="dk1"/>
                </a:solidFill>
              </a:rPr>
              <a:t>Command or script</a:t>
            </a: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How do you run your computation?</a:t>
            </a:r>
            <a:endParaRPr sz="1600" dirty="0"/>
          </a:p>
        </p:txBody>
      </p:sp>
      <p:sp>
        <p:nvSpPr>
          <p:cNvPr id="372" name="Google Shape;372;p36"/>
          <p:cNvSpPr txBox="1"/>
          <p:nvPr/>
        </p:nvSpPr>
        <p:spPr>
          <a:xfrm>
            <a:off x="1230900" y="2576956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Input files/output files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What input files are needed? What output files are created?</a:t>
            </a:r>
            <a:endParaRPr sz="1200"/>
          </a:p>
        </p:txBody>
      </p:sp>
      <p:sp>
        <p:nvSpPr>
          <p:cNvPr id="373" name="Google Shape;373;p36"/>
          <p:cNvSpPr txBox="1"/>
          <p:nvPr/>
        </p:nvSpPr>
        <p:spPr>
          <a:xfrm>
            <a:off x="1230900" y="3334366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Standard output/error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Where do you save messages printed to the screen?</a:t>
            </a:r>
            <a:endParaRPr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" grpId="0" uiExpand="1" build="p"/>
      <p:bldP spid="370" grpId="0"/>
      <p:bldP spid="371" grpId="0"/>
      <p:bldP spid="372" grpId="0"/>
      <p:bldP spid="3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>
          <a:extLst>
            <a:ext uri="{FF2B5EF4-FFF2-40B4-BE49-F238E27FC236}">
              <a16:creationId xmlns:a16="http://schemas.microsoft.com/office/drawing/2014/main" id="{09E6BE52-C5B3-6822-C203-E4798894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">
            <a:extLst>
              <a:ext uri="{FF2B5EF4-FFF2-40B4-BE49-F238E27FC236}">
                <a16:creationId xmlns:a16="http://schemas.microsoft.com/office/drawing/2014/main" id="{D06D0C16-2B3D-1DE2-FCBD-B15CE9CB8F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2150" y="133350"/>
            <a:ext cx="6779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Components of a job</a:t>
            </a:r>
            <a:endParaRPr dirty="0"/>
          </a:p>
        </p:txBody>
      </p:sp>
      <p:sp>
        <p:nvSpPr>
          <p:cNvPr id="363" name="Google Shape;363;p36">
            <a:extLst>
              <a:ext uri="{FF2B5EF4-FFF2-40B4-BE49-F238E27FC236}">
                <a16:creationId xmlns:a16="http://schemas.microsoft.com/office/drawing/2014/main" id="{C4D8D2AF-B047-5C79-AB9C-88ECAAE28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30900" y="1078037"/>
            <a:ext cx="7241700" cy="733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dirty="0">
                <a:solidFill>
                  <a:schemeClr val="tx1"/>
                </a:solidFill>
              </a:rPr>
              <a:t>Software environment</a:t>
            </a:r>
            <a:endParaRPr sz="1800" b="1" dirty="0">
              <a:solidFill>
                <a:schemeClr val="tx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tx1"/>
                </a:solidFill>
              </a:rPr>
              <a:t>What software, packages, and libraries do you need?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364" name="Google Shape;364;p36">
            <a:extLst>
              <a:ext uri="{FF2B5EF4-FFF2-40B4-BE49-F238E27FC236}">
                <a16:creationId xmlns:a16="http://schemas.microsoft.com/office/drawing/2014/main" id="{FD13AE15-23B8-772C-9366-9063EDA0E9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65" name="Google Shape;365;p36" title="application-brackets-outline.png">
            <a:extLst>
              <a:ext uri="{FF2B5EF4-FFF2-40B4-BE49-F238E27FC236}">
                <a16:creationId xmlns:a16="http://schemas.microsoft.com/office/drawing/2014/main" id="{B8E90323-93EE-58EC-CCA3-A11F8983975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00" y="1170597"/>
            <a:ext cx="548700" cy="548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6" title="bash.png">
            <a:extLst>
              <a:ext uri="{FF2B5EF4-FFF2-40B4-BE49-F238E27FC236}">
                <a16:creationId xmlns:a16="http://schemas.microsoft.com/office/drawing/2014/main" id="{8F44D7FC-7DED-B1A9-E9F1-23608BD9720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200" y="1926003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6" title="console.png">
            <a:extLst>
              <a:ext uri="{FF2B5EF4-FFF2-40B4-BE49-F238E27FC236}">
                <a16:creationId xmlns:a16="http://schemas.microsoft.com/office/drawing/2014/main" id="{A9FAA530-2A04-5BC2-7FA6-129450C3CED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200" y="3436850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6" title="memory.png">
            <a:extLst>
              <a:ext uri="{FF2B5EF4-FFF2-40B4-BE49-F238E27FC236}">
                <a16:creationId xmlns:a16="http://schemas.microsoft.com/office/drawing/2014/main" id="{DFC7D6F3-5A27-20C9-8DDA-12748FF12ED6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4200" y="4192275"/>
            <a:ext cx="548700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6" title="file-arrow-up-down-outline.png">
            <a:extLst>
              <a:ext uri="{FF2B5EF4-FFF2-40B4-BE49-F238E27FC236}">
                <a16:creationId xmlns:a16="http://schemas.microsoft.com/office/drawing/2014/main" id="{9CD63053-06A0-7BF1-E912-E7B7F6359B66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4200" y="2681427"/>
            <a:ext cx="548700" cy="54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6">
            <a:extLst>
              <a:ext uri="{FF2B5EF4-FFF2-40B4-BE49-F238E27FC236}">
                <a16:creationId xmlns:a16="http://schemas.microsoft.com/office/drawing/2014/main" id="{C43E2960-938A-33A2-E29B-DEC56FC3742A}"/>
              </a:ext>
            </a:extLst>
          </p:cNvPr>
          <p:cNvSpPr txBox="1"/>
          <p:nvPr/>
        </p:nvSpPr>
        <p:spPr>
          <a:xfrm>
            <a:off x="1230900" y="4091775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Requirements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What resources (CPU, GPU, memory, disk) do you need?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371" name="Google Shape;371;p36">
            <a:extLst>
              <a:ext uri="{FF2B5EF4-FFF2-40B4-BE49-F238E27FC236}">
                <a16:creationId xmlns:a16="http://schemas.microsoft.com/office/drawing/2014/main" id="{5EBEE6EF-A310-2212-D610-908847F68E3E}"/>
              </a:ext>
            </a:extLst>
          </p:cNvPr>
          <p:cNvSpPr txBox="1"/>
          <p:nvPr/>
        </p:nvSpPr>
        <p:spPr>
          <a:xfrm>
            <a:off x="1230900" y="1819547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dk1"/>
                </a:solidFill>
              </a:rPr>
              <a:t>Command or script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chemeClr val="dk1"/>
                </a:solidFill>
              </a:rPr>
              <a:t>How do you run your computation?</a:t>
            </a:r>
            <a:endParaRPr sz="1600" dirty="0"/>
          </a:p>
        </p:txBody>
      </p:sp>
      <p:sp>
        <p:nvSpPr>
          <p:cNvPr id="372" name="Google Shape;372;p36">
            <a:extLst>
              <a:ext uri="{FF2B5EF4-FFF2-40B4-BE49-F238E27FC236}">
                <a16:creationId xmlns:a16="http://schemas.microsoft.com/office/drawing/2014/main" id="{543217A8-EEB5-87E1-397B-F2CDC78A071E}"/>
              </a:ext>
            </a:extLst>
          </p:cNvPr>
          <p:cNvSpPr txBox="1"/>
          <p:nvPr/>
        </p:nvSpPr>
        <p:spPr>
          <a:xfrm>
            <a:off x="1230900" y="2576956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Input files/output files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What input files are needed? What output files are created?</a:t>
            </a:r>
            <a:endParaRPr sz="1200"/>
          </a:p>
        </p:txBody>
      </p:sp>
      <p:sp>
        <p:nvSpPr>
          <p:cNvPr id="373" name="Google Shape;373;p36">
            <a:extLst>
              <a:ext uri="{FF2B5EF4-FFF2-40B4-BE49-F238E27FC236}">
                <a16:creationId xmlns:a16="http://schemas.microsoft.com/office/drawing/2014/main" id="{BE88A03A-E475-9395-D45E-EC5D9E65BCA6}"/>
              </a:ext>
            </a:extLst>
          </p:cNvPr>
          <p:cNvSpPr txBox="1"/>
          <p:nvPr/>
        </p:nvSpPr>
        <p:spPr>
          <a:xfrm>
            <a:off x="1230900" y="3334366"/>
            <a:ext cx="72417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</a:rPr>
              <a:t>Standard output/error</a:t>
            </a:r>
            <a:endParaRPr sz="1800" b="1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Where do you save messages printed to the screen?</a:t>
            </a:r>
            <a:endParaRPr sz="12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AB0F43-347B-CA3C-0D79-A80E9C87A9BC}"/>
              </a:ext>
            </a:extLst>
          </p:cNvPr>
          <p:cNvSpPr/>
          <p:nvPr/>
        </p:nvSpPr>
        <p:spPr bwMode="auto">
          <a:xfrm>
            <a:off x="304800" y="999410"/>
            <a:ext cx="6629400" cy="820137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23DE7-E9E7-698C-B7F9-419250CDD7ED}"/>
              </a:ext>
            </a:extLst>
          </p:cNvPr>
          <p:cNvSpPr txBox="1"/>
          <p:nvPr/>
        </p:nvSpPr>
        <p:spPr>
          <a:xfrm>
            <a:off x="6732525" y="1242481"/>
            <a:ext cx="2255550" cy="58477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432FF"/>
                </a:solidFill>
              </a:rPr>
              <a:t>We will cover Software on Tuesday!</a:t>
            </a:r>
          </a:p>
        </p:txBody>
      </p:sp>
    </p:spTree>
    <p:extLst>
      <p:ext uri="{BB962C8B-B14F-4D97-AF65-F5344CB8AC3E}">
        <p14:creationId xmlns:p14="http://schemas.microsoft.com/office/powerpoint/2010/main" val="3205980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DD3AA-42EC-6FB3-0A00-B28E980E0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1B3138-60B5-BF8F-9F54-FF9349DC4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054875"/>
            <a:ext cx="4191000" cy="332422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I’m a researcher trying to model life expectancies of people in different countries in different years.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 want to calculate the </a:t>
            </a:r>
            <a:r>
              <a:rPr lang="en-US" sz="2400" b="1" dirty="0"/>
              <a:t>linear regression</a:t>
            </a:r>
            <a:r>
              <a:rPr lang="en-US" sz="2400" dirty="0"/>
              <a:t> for specified countries.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0E450-9185-5955-B9C1-CCEC2EBCC06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graphicFrame>
        <p:nvGraphicFramePr>
          <p:cNvPr id="54" name="Chart 53">
            <a:extLst>
              <a:ext uri="{FF2B5EF4-FFF2-40B4-BE49-F238E27FC236}">
                <a16:creationId xmlns:a16="http://schemas.microsoft.com/office/drawing/2014/main" id="{17453E7B-9CCA-414C-B2F2-015CC61AB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33938529"/>
              </p:ext>
            </p:extLst>
          </p:nvPr>
        </p:nvGraphicFramePr>
        <p:xfrm>
          <a:off x="4876800" y="1323692"/>
          <a:ext cx="4049548" cy="3019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5" name="TextBox 54">
            <a:extLst>
              <a:ext uri="{FF2B5EF4-FFF2-40B4-BE49-F238E27FC236}">
                <a16:creationId xmlns:a16="http://schemas.microsoft.com/office/drawing/2014/main" id="{57E0461B-357B-858B-BFD4-249555DB3B47}"/>
              </a:ext>
            </a:extLst>
          </p:cNvPr>
          <p:cNvSpPr txBox="1"/>
          <p:nvPr/>
        </p:nvSpPr>
        <p:spPr>
          <a:xfrm>
            <a:off x="5715000" y="1870214"/>
            <a:ext cx="1447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accent1"/>
                </a:solidFill>
              </a:rPr>
              <a:t>?</a:t>
            </a:r>
          </a:p>
          <a:p>
            <a:pPr algn="ctr"/>
            <a:r>
              <a:rPr lang="en-US" sz="2000" b="1" dirty="0">
                <a:solidFill>
                  <a:schemeClr val="accent1"/>
                </a:solidFill>
              </a:rPr>
              <a:t>y = mx + b</a:t>
            </a:r>
          </a:p>
        </p:txBody>
      </p:sp>
    </p:spTree>
    <p:extLst>
      <p:ext uri="{BB962C8B-B14F-4D97-AF65-F5344CB8AC3E}">
        <p14:creationId xmlns:p14="http://schemas.microsoft.com/office/powerpoint/2010/main" val="40147977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BF6A-C45A-2725-33FD-5495E7CD5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4FC93B0-B547-AE9E-5749-765669C762A3}"/>
              </a:ext>
            </a:extLst>
          </p:cNvPr>
          <p:cNvSpPr/>
          <p:nvPr/>
        </p:nvSpPr>
        <p:spPr>
          <a:xfrm>
            <a:off x="2843366" y="2340036"/>
            <a:ext cx="2630558" cy="2156683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 cmpd="sng"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sz="1600" b="1" dirty="0">
                <a:ea typeface="Cascadia Mono" panose="020B0609020000020004" pitchFamily="49" charset="0"/>
                <a:cs typeface="Cascadia Mono" panose="020B0609020000020004" pitchFamily="49" charset="0"/>
              </a:rPr>
              <a:t>Executable script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F2EC60F-4898-4B6F-AA49-47D4573671CF}"/>
              </a:ext>
            </a:extLst>
          </p:cNvPr>
          <p:cNvSpPr/>
          <p:nvPr/>
        </p:nvSpPr>
        <p:spPr>
          <a:xfrm>
            <a:off x="5638800" y="2343150"/>
            <a:ext cx="3398155" cy="215356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600" b="1" dirty="0">
                <a:solidFill>
                  <a:schemeClr val="tx1"/>
                </a:solidFill>
                <a:ea typeface="Cascadia Mono" panose="020B0609020000020004" pitchFamily="49" charset="0"/>
                <a:cs typeface="Cascadia Mono" panose="020B0609020000020004" pitchFamily="49" charset="0"/>
              </a:rPr>
              <a:t>Output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DB9D1D-01CE-F09E-5BF6-3A4CEEDC754B}"/>
              </a:ext>
            </a:extLst>
          </p:cNvPr>
          <p:cNvSpPr/>
          <p:nvPr/>
        </p:nvSpPr>
        <p:spPr>
          <a:xfrm>
            <a:off x="197756" y="2340037"/>
            <a:ext cx="2514600" cy="2156682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en-US" sz="1800" b="1" dirty="0">
                <a:solidFill>
                  <a:schemeClr val="tx1"/>
                </a:solidFill>
                <a:ea typeface="Cascadia Mono" panose="020B0609020000020004" pitchFamily="49" charset="0"/>
                <a:cs typeface="Cascadia Mono" panose="020B0609020000020004" pitchFamily="49" charset="0"/>
              </a:rPr>
              <a:t>Input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31D384-9963-CAD1-C1ED-D02B8DCA6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69DDD-BC17-6616-5659-87E36200C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13" name="Rectangle: Single Corner Snipped 12">
            <a:extLst>
              <a:ext uri="{FF2B5EF4-FFF2-40B4-BE49-F238E27FC236}">
                <a16:creationId xmlns:a16="http://schemas.microsoft.com/office/drawing/2014/main" id="{20DA3D5D-A0EA-A895-FDBC-07E6F765C2BC}"/>
              </a:ext>
            </a:extLst>
          </p:cNvPr>
          <p:cNvSpPr/>
          <p:nvPr/>
        </p:nvSpPr>
        <p:spPr>
          <a:xfrm>
            <a:off x="3051689" y="3126075"/>
            <a:ext cx="2152694" cy="533400"/>
          </a:xfrm>
          <a:prstGeom prst="snip1Rect">
            <a:avLst/>
          </a:prstGeom>
          <a:solidFill>
            <a:schemeClr val="bg2">
              <a:lumMod val="40000"/>
              <a:lumOff val="60000"/>
            </a:schemeClr>
          </a:solidFill>
          <a:ln w="285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least_squares.py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B4F86D-3608-42D5-BA4D-796C8876FF8C}"/>
              </a:ext>
            </a:extLst>
          </p:cNvPr>
          <p:cNvSpPr/>
          <p:nvPr/>
        </p:nvSpPr>
        <p:spPr>
          <a:xfrm>
            <a:off x="655218" y="3603800"/>
            <a:ext cx="1410450" cy="465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“Brazil”</a:t>
            </a:r>
          </a:p>
        </p:txBody>
      </p:sp>
      <p:sp>
        <p:nvSpPr>
          <p:cNvPr id="20" name="Rectangle: Single Corner Snipped 19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5F556035-55B1-9008-82CC-B1D1232C29D3}"/>
              </a:ext>
            </a:extLst>
          </p:cNvPr>
          <p:cNvSpPr/>
          <p:nvPr/>
        </p:nvSpPr>
        <p:spPr>
          <a:xfrm>
            <a:off x="334982" y="2579839"/>
            <a:ext cx="2050922" cy="633358"/>
          </a:xfrm>
          <a:prstGeom prst="snip1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gapminder-life-expectancy.csv</a:t>
            </a:r>
          </a:p>
        </p:txBody>
      </p: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63DDB02-A3FC-6AC5-0742-DD21D010B814}"/>
              </a:ext>
            </a:extLst>
          </p:cNvPr>
          <p:cNvCxnSpPr>
            <a:cxnSpLocks/>
            <a:stCxn id="15" idx="0"/>
          </p:cNvCxnSpPr>
          <p:nvPr/>
        </p:nvCxnSpPr>
        <p:spPr bwMode="auto">
          <a:xfrm rot="5400000" flipH="1" flipV="1">
            <a:off x="2100554" y="2652665"/>
            <a:ext cx="211025" cy="1691246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DA7F9E0A-EBA6-DE78-824C-B4C4D061A6D0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2116277" y="2457363"/>
            <a:ext cx="179578" cy="1691246"/>
          </a:xfrm>
          <a:prstGeom prst="bentConnector2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C06A2E27-6382-61B5-71E4-795D9B82D919}"/>
              </a:ext>
            </a:extLst>
          </p:cNvPr>
          <p:cNvSpPr/>
          <p:nvPr/>
        </p:nvSpPr>
        <p:spPr>
          <a:xfrm>
            <a:off x="5800376" y="2672449"/>
            <a:ext cx="3099354" cy="14406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“Linear regression (y = mx + b):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 = 0.205 b = -348.495”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1B0C632-BC5B-34F2-B55E-DF241172C3B1}"/>
              </a:ext>
            </a:extLst>
          </p:cNvPr>
          <p:cNvCxnSpPr>
            <a:cxnSpLocks/>
            <a:endCxn id="32" idx="1"/>
          </p:cNvCxnSpPr>
          <p:nvPr/>
        </p:nvCxnSpPr>
        <p:spPr bwMode="auto">
          <a:xfrm>
            <a:off x="5204383" y="3392775"/>
            <a:ext cx="595993" cy="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3EAF19A-FD52-04F4-C4A4-74329593230A}"/>
              </a:ext>
            </a:extLst>
          </p:cNvPr>
          <p:cNvSpPr txBox="1"/>
          <p:nvPr/>
        </p:nvSpPr>
        <p:spPr>
          <a:xfrm>
            <a:off x="914400" y="1366715"/>
            <a:ext cx="7579724" cy="830997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Brazil</a:t>
            </a:r>
            <a:br>
              <a:rPr lang="en-U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</a:br>
            <a:r>
              <a:rPr lang="en-U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Linear regression (y = mx + b):</a:t>
            </a:r>
          </a:p>
          <a:p>
            <a:r>
              <a:rPr lang="en-US" sz="1600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m = 0.205 b = -348.495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A3A1DA-DD72-FE58-EAC6-35ADCEDB3B44}"/>
              </a:ext>
            </a:extLst>
          </p:cNvPr>
          <p:cNvSpPr txBox="1"/>
          <p:nvPr/>
        </p:nvSpPr>
        <p:spPr>
          <a:xfrm>
            <a:off x="834466" y="92412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On my laptop:</a:t>
            </a:r>
          </a:p>
        </p:txBody>
      </p:sp>
    </p:spTree>
    <p:extLst>
      <p:ext uri="{BB962C8B-B14F-4D97-AF65-F5344CB8AC3E}">
        <p14:creationId xmlns:p14="http://schemas.microsoft.com/office/powerpoint/2010/main" val="136386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Submit File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02E5E659-4D6C-235C-2042-6C505A3DFAC4}"/>
              </a:ext>
            </a:extLst>
          </p:cNvPr>
          <p:cNvSpPr txBox="1"/>
          <p:nvPr/>
        </p:nvSpPr>
        <p:spPr>
          <a:xfrm>
            <a:off x="521494" y="1058690"/>
            <a:ext cx="8101011" cy="3646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request_cpus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</a:t>
            </a: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request_memory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request_disk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59A6A7-5BA8-A962-5D20-96A867F6EABD}"/>
              </a:ext>
            </a:extLst>
          </p:cNvPr>
          <p:cNvSpPr txBox="1"/>
          <p:nvPr/>
        </p:nvSpPr>
        <p:spPr>
          <a:xfrm>
            <a:off x="5105400" y="3333750"/>
            <a:ext cx="2895600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Let’s break this down, piece-by-piece.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FF388-28C8-823F-2B11-DBB8E726A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E69EBF-26B9-1081-C228-F642ABA4E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container_image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3500CB-2B14-1525-1B8D-89C82C0BFB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4CC02E79-9727-60C5-B599-F054FBFA62C9}"/>
              </a:ext>
            </a:extLst>
          </p:cNvPr>
          <p:cNvSpPr txBox="1"/>
          <p:nvPr/>
        </p:nvSpPr>
        <p:spPr>
          <a:xfrm>
            <a:off x="521495" y="1058690"/>
            <a:ext cx="3754203" cy="3701022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Content Placeholder 16">
            <a:extLst>
              <a:ext uri="{FF2B5EF4-FFF2-40B4-BE49-F238E27FC236}">
                <a16:creationId xmlns:a16="http://schemas.microsoft.com/office/drawing/2014/main" id="{20E421C1-4B64-4A58-B351-29503384EC1C}"/>
              </a:ext>
            </a:extLst>
          </p:cNvPr>
          <p:cNvSpPr txBox="1">
            <a:spLocks/>
          </p:cNvSpPr>
          <p:nvPr/>
        </p:nvSpPr>
        <p:spPr bwMode="auto">
          <a:xfrm>
            <a:off x="4737100" y="1066799"/>
            <a:ext cx="4049711" cy="3692913"/>
          </a:xfrm>
          <a:prstGeom prst="rect">
            <a:avLst/>
          </a:prstGeom>
          <a:noFill/>
          <a:ln>
            <a:noFill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28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18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0" indent="0" defTabSz="914400">
              <a:buFont typeface="Times" charset="0"/>
              <a:buNone/>
            </a:pPr>
            <a:r>
              <a:rPr lang="en-US" sz="2000" kern="0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container_image</a:t>
            </a:r>
            <a:r>
              <a:rPr lang="en-US" sz="2000" kern="0" dirty="0"/>
              <a:t> points to your container, which contains your software environment.</a:t>
            </a:r>
          </a:p>
          <a:p>
            <a:pPr marL="0" indent="0" defTabSz="914400">
              <a:buFont typeface="Times" charset="0"/>
              <a:buNone/>
            </a:pPr>
            <a:endParaRPr lang="en-US" sz="2000" kern="0" dirty="0"/>
          </a:p>
          <a:p>
            <a:pPr marL="0" indent="0" algn="ctr" defTabSz="914400">
              <a:buFont typeface="Times" charset="0"/>
              <a:buNone/>
            </a:pPr>
            <a:r>
              <a:rPr lang="en-US" sz="2000" b="1" i="1" kern="0" dirty="0"/>
              <a:t>Stay tuned for the software lecture on Tuesday!</a:t>
            </a:r>
          </a:p>
          <a:p>
            <a:pPr marL="0" indent="0" defTabSz="914400">
              <a:buFont typeface="Times" charset="0"/>
              <a:buNone/>
            </a:pPr>
            <a:endParaRPr lang="en-US" sz="2000" kern="0" dirty="0"/>
          </a:p>
          <a:p>
            <a:pPr marL="0" indent="0" defTabSz="914400">
              <a:buFont typeface="Times" charset="0"/>
              <a:buNone/>
            </a:pPr>
            <a:r>
              <a:rPr lang="en-US" sz="2000" kern="0" dirty="0"/>
              <a:t>I’m using this container because I know it has Python.</a:t>
            </a:r>
          </a:p>
        </p:txBody>
      </p:sp>
    </p:spTree>
    <p:extLst>
      <p:ext uri="{BB962C8B-B14F-4D97-AF65-F5344CB8AC3E}">
        <p14:creationId xmlns:p14="http://schemas.microsoft.com/office/powerpoint/2010/main" val="3247392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half" idx="2"/>
          </p:nvPr>
        </p:nvSpPr>
        <p:spPr>
          <a:xfrm>
            <a:off x="4737100" y="1066799"/>
            <a:ext cx="4049711" cy="3009901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List your </a:t>
            </a:r>
            <a:r>
              <a:rPr lang="en-US" sz="24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</a:t>
            </a:r>
            <a:r>
              <a:rPr lang="en-US" sz="2400" dirty="0"/>
              <a:t> command (</a:t>
            </a:r>
            <a:r>
              <a:rPr lang="en-US" sz="24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executable</a:t>
            </a:r>
            <a:r>
              <a:rPr lang="en-US" sz="2400" b="1" dirty="0">
                <a:latin typeface="Courier" charset="0"/>
                <a:ea typeface="Courier" charset="0"/>
                <a:cs typeface="Courier" charset="0"/>
              </a:rPr>
              <a:t> </a:t>
            </a:r>
            <a:r>
              <a:rPr lang="en-US" sz="2400" dirty="0"/>
              <a:t>and any </a:t>
            </a:r>
            <a:r>
              <a:rPr lang="en-US" sz="24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0920F650-B03A-EAA7-A283-4DAA81C68732}"/>
              </a:ext>
            </a:extLst>
          </p:cNvPr>
          <p:cNvSpPr/>
          <p:nvPr/>
        </p:nvSpPr>
        <p:spPr bwMode="auto">
          <a:xfrm rot="5400000">
            <a:off x="6510852" y="2408948"/>
            <a:ext cx="533400" cy="3818496"/>
          </a:xfrm>
          <a:prstGeom prst="leftBrace">
            <a:avLst/>
          </a:prstGeom>
          <a:noFill/>
          <a:ln w="22225" cap="flat" cmpd="sng" algn="ctr">
            <a:solidFill>
              <a:srgbClr val="0432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A94649-D809-885A-8A35-7A05F06B990D}"/>
              </a:ext>
            </a:extLst>
          </p:cNvPr>
          <p:cNvSpPr txBox="1"/>
          <p:nvPr/>
        </p:nvSpPr>
        <p:spPr>
          <a:xfrm>
            <a:off x="5546725" y="3218234"/>
            <a:ext cx="2628901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Arguments are any options passed to the executable from the command line</a:t>
            </a:r>
            <a:endParaRPr lang="en-US" dirty="0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F69DD052-52B7-365E-F1B5-9FFA39D6B254}"/>
              </a:ext>
            </a:extLst>
          </p:cNvPr>
          <p:cNvSpPr txBox="1"/>
          <p:nvPr/>
        </p:nvSpPr>
        <p:spPr>
          <a:xfrm>
            <a:off x="521495" y="1058690"/>
            <a:ext cx="3754203" cy="3701022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57451" y="4575759"/>
            <a:ext cx="6477000" cy="307777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 ./least_squares.py gapminder-life-expectancy.csv Brazil</a:t>
            </a:r>
          </a:p>
        </p:txBody>
      </p:sp>
    </p:spTree>
    <p:extLst>
      <p:ext uri="{BB962C8B-B14F-4D97-AF65-F5344CB8AC3E}">
        <p14:creationId xmlns:p14="http://schemas.microsoft.com/office/powerpoint/2010/main" val="12831259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7" name="Content Placeholder 16"/>
          <p:cNvSpPr>
            <a:spLocks noGrp="1"/>
          </p:cNvSpPr>
          <p:nvPr>
            <p:ph sz="half" idx="2"/>
          </p:nvPr>
        </p:nvSpPr>
        <p:spPr>
          <a:xfrm>
            <a:off x="4737100" y="1000127"/>
            <a:ext cx="4214810" cy="2105024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Provide a comma-separated list of </a:t>
            </a:r>
            <a:r>
              <a:rPr lang="en-US" sz="2400" b="1" dirty="0">
                <a:solidFill>
                  <a:srgbClr val="0432FF"/>
                </a:solidFill>
              </a:rPr>
              <a:t>input files to transfer</a:t>
            </a:r>
            <a:r>
              <a:rPr lang="en-US" sz="2400" b="1" dirty="0"/>
              <a:t> </a:t>
            </a:r>
            <a:r>
              <a:rPr lang="en-US" sz="2400" dirty="0"/>
              <a:t>to the Execution Point.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EECD34-8599-83E7-98A4-2D4780909D3A}"/>
              </a:ext>
            </a:extLst>
          </p:cNvPr>
          <p:cNvSpPr txBox="1"/>
          <p:nvPr/>
        </p:nvSpPr>
        <p:spPr>
          <a:xfrm>
            <a:off x="5130005" y="4061936"/>
            <a:ext cx="3429000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The Access Point and the Execution Point are </a:t>
            </a:r>
            <a:r>
              <a:rPr lang="en-US" b="1" dirty="0"/>
              <a:t>separate</a:t>
            </a:r>
            <a:r>
              <a:rPr lang="en-US" dirty="0"/>
              <a:t> machines, so we must specify which files to transfer.</a:t>
            </a: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024ED60D-E6DC-5951-F40D-B7C3DE28AD24}"/>
              </a:ext>
            </a:extLst>
          </p:cNvPr>
          <p:cNvSpPr txBox="1"/>
          <p:nvPr/>
        </p:nvSpPr>
        <p:spPr>
          <a:xfrm>
            <a:off x="521495" y="1058690"/>
            <a:ext cx="3754203" cy="3701022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2" name="Rectangle: Single Corner Snipped 11">
            <a:extLst>
              <a:ext uri="{FF2B5EF4-FFF2-40B4-BE49-F238E27FC236}">
                <a16:creationId xmlns:a16="http://schemas.microsoft.com/office/drawing/2014/main" id="{F2E1CBEC-5928-2807-B082-AB1428F34854}"/>
              </a:ext>
            </a:extLst>
          </p:cNvPr>
          <p:cNvSpPr/>
          <p:nvPr/>
        </p:nvSpPr>
        <p:spPr>
          <a:xfrm>
            <a:off x="5715000" y="2419350"/>
            <a:ext cx="2152694" cy="533400"/>
          </a:xfrm>
          <a:prstGeom prst="snip1Rect">
            <a:avLst/>
          </a:prstGeom>
          <a:solidFill>
            <a:schemeClr val="bg2">
              <a:lumMod val="40000"/>
              <a:lumOff val="60000"/>
            </a:schemeClr>
          </a:solidFill>
          <a:ln w="28575" cmpd="sng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least_squares.py</a:t>
            </a:r>
          </a:p>
        </p:txBody>
      </p:sp>
      <p:sp>
        <p:nvSpPr>
          <p:cNvPr id="14" name="Rectangle: Single Corner Snipped 13">
            <a:extLst>
              <a:ext uri="{FF2B5EF4-FFF2-40B4-BE49-F238E27FC236}">
                <a16:creationId xmlns:a16="http://schemas.microsoft.com/office/drawing/2014/main" id="{ADB3D03D-61CE-B94D-D6F0-DDD1F5970EBE}"/>
              </a:ext>
            </a:extLst>
          </p:cNvPr>
          <p:cNvSpPr/>
          <p:nvPr/>
        </p:nvSpPr>
        <p:spPr>
          <a:xfrm>
            <a:off x="5715000" y="3070741"/>
            <a:ext cx="2152694" cy="633358"/>
          </a:xfrm>
          <a:prstGeom prst="snip1Rect">
            <a:avLst/>
          </a:prstGeom>
          <a:solidFill>
            <a:schemeClr val="accent2">
              <a:lumMod val="40000"/>
              <a:lumOff val="60000"/>
            </a:schemeClr>
          </a:solidFill>
          <a:ln/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gapminder-life-expectancy.csv</a:t>
            </a:r>
          </a:p>
        </p:txBody>
      </p:sp>
    </p:spTree>
    <p:extLst>
      <p:ext uri="{BB962C8B-B14F-4D97-AF65-F5344CB8AC3E}">
        <p14:creationId xmlns:p14="http://schemas.microsoft.com/office/powerpoint/2010/main" val="2275420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3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output files?</a:t>
            </a:r>
          </a:p>
        </p:txBody>
      </p:sp>
      <p:sp>
        <p:nvSpPr>
          <p:cNvPr id="42" name="Content Placeholder 41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2000" dirty="0"/>
              <a:t>HTCondor will transfer back all new and changed files (output) from the </a:t>
            </a:r>
            <a:r>
              <a:rPr lang="en-US" sz="2000" b="1" dirty="0"/>
              <a:t>top-level directory </a:t>
            </a:r>
            <a:r>
              <a:rPr lang="en-US" sz="2000" dirty="0"/>
              <a:t>of the job, automatically.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We will talk more about this later!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A7DBBEC4-20C2-64AE-E051-2E1E1C771D80}"/>
              </a:ext>
            </a:extLst>
          </p:cNvPr>
          <p:cNvSpPr txBox="1"/>
          <p:nvPr/>
        </p:nvSpPr>
        <p:spPr>
          <a:xfrm>
            <a:off x="521495" y="1058690"/>
            <a:ext cx="3754203" cy="3701022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log, output, error</a:t>
            </a:r>
          </a:p>
        </p:txBody>
      </p:sp>
      <p:sp>
        <p:nvSpPr>
          <p:cNvPr id="40" name="Content Placeholder 3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</a:t>
            </a:r>
            <a:r>
              <a:rPr lang="en-US" sz="2000" dirty="0"/>
              <a:t>: File created by HTCondor to track job progress.</a:t>
            </a:r>
          </a:p>
          <a:p>
            <a:pPr lvl="1"/>
            <a:r>
              <a:rPr lang="en-US" sz="2000" i="1" dirty="0"/>
              <a:t>Explored in exercises!</a:t>
            </a:r>
          </a:p>
          <a:p>
            <a:pPr marL="0" indent="0">
              <a:buNone/>
            </a:pPr>
            <a:endParaRPr lang="en-US" sz="2000" b="1" dirty="0">
              <a:solidFill>
                <a:srgbClr val="0432FF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output/error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</a:t>
            </a:r>
            <a:r>
              <a:rPr lang="en-US" sz="2000" dirty="0"/>
              <a:t> Captures </a:t>
            </a:r>
            <a:r>
              <a:rPr lang="en-US" sz="2000" u="sng" dirty="0" err="1">
                <a:solidFill>
                  <a:srgbClr val="FF2600"/>
                </a:solidFill>
              </a:rPr>
              <a:t>stdout</a:t>
            </a:r>
            <a:r>
              <a:rPr lang="en-US" sz="2000" dirty="0"/>
              <a:t> and </a:t>
            </a:r>
            <a:r>
              <a:rPr lang="en-US" sz="2000" u="sng" dirty="0">
                <a:solidFill>
                  <a:srgbClr val="FF2600"/>
                </a:solidFill>
              </a:rPr>
              <a:t>stderr</a:t>
            </a:r>
            <a:r>
              <a:rPr lang="en-US" sz="2000" dirty="0"/>
              <a:t> from your program (what would otherwise be printed to the terminal)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6B9FA87E-9028-BD65-549F-C0EACE273AD8}"/>
              </a:ext>
            </a:extLst>
          </p:cNvPr>
          <p:cNvSpPr txBox="1"/>
          <p:nvPr/>
        </p:nvSpPr>
        <p:spPr>
          <a:xfrm>
            <a:off x="521495" y="1058690"/>
            <a:ext cx="3754203" cy="3701022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container_image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cvmfs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/singularity.opensciencegrid.org/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htc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/ubuntu:24.04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requests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request_cpus</a:t>
            </a: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request_disk</a:t>
            </a: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request_memory</a:t>
            </a:r>
            <a:r>
              <a:rPr lang="en-US" sz="20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2400" dirty="0"/>
              <a:t>the resources your job needs.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09354E9F-2E37-9ACB-EC81-D23A4B9476DC}"/>
              </a:ext>
            </a:extLst>
          </p:cNvPr>
          <p:cNvSpPr txBox="1"/>
          <p:nvPr/>
        </p:nvSpPr>
        <p:spPr>
          <a:xfrm>
            <a:off x="521496" y="1261038"/>
            <a:ext cx="3771136" cy="2910912"/>
          </a:xfrm>
          <a:custGeom>
            <a:avLst/>
            <a:gdLst>
              <a:gd name="csX0" fmla="*/ 0 w 3754203"/>
              <a:gd name="csY0" fmla="*/ 0 h 1578362"/>
              <a:gd name="csX1" fmla="*/ 3754203 w 3754203"/>
              <a:gd name="csY1" fmla="*/ 0 h 1578362"/>
              <a:gd name="csX2" fmla="*/ 3754203 w 3754203"/>
              <a:gd name="csY2" fmla="*/ 1578362 h 1578362"/>
              <a:gd name="csX3" fmla="*/ 0 w 3754203"/>
              <a:gd name="csY3" fmla="*/ 1578362 h 1578362"/>
              <a:gd name="csX4" fmla="*/ 0 w 3754203"/>
              <a:gd name="csY4" fmla="*/ 0 h 1578362"/>
              <a:gd name="csX0" fmla="*/ 0 w 3754203"/>
              <a:gd name="csY0" fmla="*/ 0 h 1578362"/>
              <a:gd name="csX1" fmla="*/ 1823772 w 3754203"/>
              <a:gd name="csY1" fmla="*/ 21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0 h 1578362"/>
              <a:gd name="csX1" fmla="*/ 960172 w 3754203"/>
              <a:gd name="csY1" fmla="*/ 3069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50857 h 1629219"/>
              <a:gd name="csX1" fmla="*/ 960172 w 3754203"/>
              <a:gd name="csY1" fmla="*/ 357774 h 1629219"/>
              <a:gd name="csX2" fmla="*/ 3754203 w 3754203"/>
              <a:gd name="csY2" fmla="*/ 50857 h 1629219"/>
              <a:gd name="csX3" fmla="*/ 3754203 w 3754203"/>
              <a:gd name="csY3" fmla="*/ 1629219 h 1629219"/>
              <a:gd name="csX4" fmla="*/ 0 w 3754203"/>
              <a:gd name="csY4" fmla="*/ 1629219 h 1629219"/>
              <a:gd name="csX5" fmla="*/ 0 w 3754203"/>
              <a:gd name="csY5" fmla="*/ 50857 h 1629219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27152 h 1705514"/>
              <a:gd name="csX1" fmla="*/ 960172 w 3754203"/>
              <a:gd name="csY1" fmla="*/ 434069 h 1705514"/>
              <a:gd name="csX2" fmla="*/ 2602705 w 3754203"/>
              <a:gd name="csY2" fmla="*/ 146203 h 1705514"/>
              <a:gd name="csX3" fmla="*/ 3754203 w 3754203"/>
              <a:gd name="csY3" fmla="*/ 127152 h 1705514"/>
              <a:gd name="csX4" fmla="*/ 3754203 w 3754203"/>
              <a:gd name="csY4" fmla="*/ 1705514 h 1705514"/>
              <a:gd name="csX5" fmla="*/ 0 w 3754203"/>
              <a:gd name="csY5" fmla="*/ 1705514 h 1705514"/>
              <a:gd name="csX6" fmla="*/ 0 w 3754203"/>
              <a:gd name="csY6" fmla="*/ 127152 h 1705514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0681 h 1699043"/>
              <a:gd name="csX1" fmla="*/ 1087172 w 3754203"/>
              <a:gd name="csY1" fmla="*/ 461465 h 1699043"/>
              <a:gd name="csX2" fmla="*/ 2602705 w 3754203"/>
              <a:gd name="csY2" fmla="*/ 139732 h 1699043"/>
              <a:gd name="csX3" fmla="*/ 3754203 w 3754203"/>
              <a:gd name="csY3" fmla="*/ 120681 h 1699043"/>
              <a:gd name="csX4" fmla="*/ 3754203 w 3754203"/>
              <a:gd name="csY4" fmla="*/ 1699043 h 1699043"/>
              <a:gd name="csX5" fmla="*/ 0 w 3754203"/>
              <a:gd name="csY5" fmla="*/ 1699043 h 1699043"/>
              <a:gd name="csX6" fmla="*/ 0 w 3754203"/>
              <a:gd name="csY6" fmla="*/ 120681 h 1699043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5819 h 1704181"/>
              <a:gd name="csX1" fmla="*/ 1087172 w 3754203"/>
              <a:gd name="csY1" fmla="*/ 398870 h 1704181"/>
              <a:gd name="csX2" fmla="*/ 2602705 w 3754203"/>
              <a:gd name="csY2" fmla="*/ 144870 h 1704181"/>
              <a:gd name="csX3" fmla="*/ 3754203 w 3754203"/>
              <a:gd name="csY3" fmla="*/ 125819 h 1704181"/>
              <a:gd name="csX4" fmla="*/ 3754203 w 3754203"/>
              <a:gd name="csY4" fmla="*/ 1704181 h 1704181"/>
              <a:gd name="csX5" fmla="*/ 0 w 3754203"/>
              <a:gd name="csY5" fmla="*/ 1704181 h 1704181"/>
              <a:gd name="csX6" fmla="*/ 0 w 3754203"/>
              <a:gd name="csY6" fmla="*/ 125819 h 1704181"/>
              <a:gd name="csX0" fmla="*/ 0 w 3754203"/>
              <a:gd name="csY0" fmla="*/ 2575 h 1580937"/>
              <a:gd name="csX1" fmla="*/ 1087172 w 3754203"/>
              <a:gd name="csY1" fmla="*/ 275626 h 1580937"/>
              <a:gd name="csX2" fmla="*/ 2602705 w 3754203"/>
              <a:gd name="csY2" fmla="*/ 21626 h 1580937"/>
              <a:gd name="csX3" fmla="*/ 3754203 w 3754203"/>
              <a:gd name="csY3" fmla="*/ 2575 h 1580937"/>
              <a:gd name="csX4" fmla="*/ 3754203 w 3754203"/>
              <a:gd name="csY4" fmla="*/ 1580937 h 1580937"/>
              <a:gd name="csX5" fmla="*/ 0 w 3754203"/>
              <a:gd name="csY5" fmla="*/ 1580937 h 1580937"/>
              <a:gd name="csX6" fmla="*/ 0 w 3754203"/>
              <a:gd name="csY6" fmla="*/ 2575 h 1580937"/>
              <a:gd name="csX0" fmla="*/ 0 w 3754203"/>
              <a:gd name="csY0" fmla="*/ 22218 h 1600580"/>
              <a:gd name="csX1" fmla="*/ 1087172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32720 h 1611082"/>
              <a:gd name="csX1" fmla="*/ 1129506 w 3771136"/>
              <a:gd name="csY1" fmla="*/ 305771 h 1611082"/>
              <a:gd name="csX2" fmla="*/ 2695839 w 3771136"/>
              <a:gd name="csY2" fmla="*/ 971 h 1611082"/>
              <a:gd name="csX3" fmla="*/ 3771136 w 3771136"/>
              <a:gd name="csY3" fmla="*/ 430653 h 1611082"/>
              <a:gd name="csX4" fmla="*/ 3754203 w 3771136"/>
              <a:gd name="csY4" fmla="*/ 1611082 h 1611082"/>
              <a:gd name="csX5" fmla="*/ 0 w 3771136"/>
              <a:gd name="csY5" fmla="*/ 1611082 h 1611082"/>
              <a:gd name="csX6" fmla="*/ 0 w 3771136"/>
              <a:gd name="csY6" fmla="*/ 32720 h 1611082"/>
              <a:gd name="csX0" fmla="*/ 0 w 3771136"/>
              <a:gd name="csY0" fmla="*/ 31781 h 1610143"/>
              <a:gd name="csX1" fmla="*/ 1129506 w 3771136"/>
              <a:gd name="csY1" fmla="*/ 304832 h 1610143"/>
              <a:gd name="csX2" fmla="*/ 2695839 w 3771136"/>
              <a:gd name="csY2" fmla="*/ 32 h 1610143"/>
              <a:gd name="csX3" fmla="*/ 3771136 w 3771136"/>
              <a:gd name="csY3" fmla="*/ 429714 h 1610143"/>
              <a:gd name="csX4" fmla="*/ 3754203 w 3771136"/>
              <a:gd name="csY4" fmla="*/ 1610143 h 1610143"/>
              <a:gd name="csX5" fmla="*/ 0 w 3771136"/>
              <a:gd name="csY5" fmla="*/ 1610143 h 1610143"/>
              <a:gd name="csX6" fmla="*/ 0 w 3771136"/>
              <a:gd name="csY6" fmla="*/ 31781 h 1610143"/>
              <a:gd name="csX0" fmla="*/ 0 w 3771136"/>
              <a:gd name="csY0" fmla="*/ 35061 h 1613423"/>
              <a:gd name="csX1" fmla="*/ 1146439 w 3771136"/>
              <a:gd name="csY1" fmla="*/ 224302 h 1613423"/>
              <a:gd name="csX2" fmla="*/ 2695839 w 3771136"/>
              <a:gd name="csY2" fmla="*/ 3312 h 1613423"/>
              <a:gd name="csX3" fmla="*/ 3771136 w 3771136"/>
              <a:gd name="csY3" fmla="*/ 432994 h 1613423"/>
              <a:gd name="csX4" fmla="*/ 3754203 w 3771136"/>
              <a:gd name="csY4" fmla="*/ 1613423 h 1613423"/>
              <a:gd name="csX5" fmla="*/ 0 w 3771136"/>
              <a:gd name="csY5" fmla="*/ 1613423 h 1613423"/>
              <a:gd name="csX6" fmla="*/ 0 w 3771136"/>
              <a:gd name="csY6" fmla="*/ 35061 h 1613423"/>
              <a:gd name="csX0" fmla="*/ 0 w 3762669"/>
              <a:gd name="csY0" fmla="*/ 31908 h 1610270"/>
              <a:gd name="csX1" fmla="*/ 1146439 w 3762669"/>
              <a:gd name="csY1" fmla="*/ 221149 h 1610270"/>
              <a:gd name="csX2" fmla="*/ 2695839 w 3762669"/>
              <a:gd name="csY2" fmla="*/ 159 h 1610270"/>
              <a:gd name="csX3" fmla="*/ 3762669 w 3762669"/>
              <a:gd name="csY3" fmla="*/ 199364 h 1610270"/>
              <a:gd name="csX4" fmla="*/ 3754203 w 3762669"/>
              <a:gd name="csY4" fmla="*/ 1610270 h 1610270"/>
              <a:gd name="csX5" fmla="*/ 0 w 3762669"/>
              <a:gd name="csY5" fmla="*/ 1610270 h 1610270"/>
              <a:gd name="csX6" fmla="*/ 0 w 3762669"/>
              <a:gd name="csY6" fmla="*/ 31908 h 1610270"/>
              <a:gd name="csX0" fmla="*/ 0 w 3771136"/>
              <a:gd name="csY0" fmla="*/ 32080 h 1610442"/>
              <a:gd name="csX1" fmla="*/ 1146439 w 3771136"/>
              <a:gd name="csY1" fmla="*/ 221321 h 1610442"/>
              <a:gd name="csX2" fmla="*/ 2695839 w 3771136"/>
              <a:gd name="csY2" fmla="*/ 331 h 1610442"/>
              <a:gd name="csX3" fmla="*/ 3771136 w 3771136"/>
              <a:gd name="csY3" fmla="*/ 191155 h 1610442"/>
              <a:gd name="csX4" fmla="*/ 3754203 w 3771136"/>
              <a:gd name="csY4" fmla="*/ 1610442 h 1610442"/>
              <a:gd name="csX5" fmla="*/ 0 w 3771136"/>
              <a:gd name="csY5" fmla="*/ 1610442 h 1610442"/>
              <a:gd name="csX6" fmla="*/ 0 w 3771136"/>
              <a:gd name="csY6" fmla="*/ 32080 h 1610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71136" h="1610442">
                <a:moveTo>
                  <a:pt x="0" y="32080"/>
                </a:moveTo>
                <a:cubicBezTo>
                  <a:pt x="447896" y="218106"/>
                  <a:pt x="697133" y="226612"/>
                  <a:pt x="1146439" y="221321"/>
                </a:cubicBezTo>
                <a:cubicBezTo>
                  <a:pt x="1595745" y="216030"/>
                  <a:pt x="2258390" y="5359"/>
                  <a:pt x="2695839" y="331"/>
                </a:cubicBezTo>
                <a:cubicBezTo>
                  <a:pt x="3133288" y="-4697"/>
                  <a:pt x="3415530" y="46981"/>
                  <a:pt x="3771136" y="191155"/>
                </a:cubicBezTo>
                <a:lnTo>
                  <a:pt x="3754203" y="1610442"/>
                </a:lnTo>
                <a:lnTo>
                  <a:pt x="0" y="1610442"/>
                </a:lnTo>
                <a:lnTo>
                  <a:pt x="0" y="3208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b">
            <a:noAutofit/>
          </a:bodyPr>
          <a:lstStyle/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request_cpus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</a:t>
            </a: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request_memory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request_disk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requests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737100" y="1000126"/>
            <a:ext cx="4214810" cy="351472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Very important to request appropriate resources (</a:t>
            </a:r>
            <a:r>
              <a:rPr lang="en-US" sz="2400" b="1" i="1" dirty="0">
                <a:solidFill>
                  <a:srgbClr val="0432FF"/>
                </a:solidFill>
              </a:rPr>
              <a:t>memory</a:t>
            </a:r>
            <a:r>
              <a:rPr lang="en-US" sz="2400" dirty="0">
                <a:solidFill>
                  <a:srgbClr val="0432FF"/>
                </a:solidFill>
              </a:rPr>
              <a:t>, </a:t>
            </a:r>
            <a:r>
              <a:rPr lang="en-US" sz="2400" b="1" i="1" dirty="0" err="1">
                <a:solidFill>
                  <a:srgbClr val="0432FF"/>
                </a:solidFill>
              </a:rPr>
              <a:t>cpus</a:t>
            </a:r>
            <a:r>
              <a:rPr lang="en-US" sz="2400" dirty="0">
                <a:solidFill>
                  <a:srgbClr val="0432FF"/>
                </a:solidFill>
              </a:rPr>
              <a:t>, </a:t>
            </a:r>
            <a:r>
              <a:rPr lang="en-US" sz="2400" b="1" i="1" dirty="0">
                <a:solidFill>
                  <a:srgbClr val="0432FF"/>
                </a:solidFill>
              </a:rPr>
              <a:t>disk</a:t>
            </a:r>
            <a:r>
              <a:rPr lang="en-US" sz="2400" dirty="0"/>
              <a:t>)</a:t>
            </a:r>
          </a:p>
          <a:p>
            <a:r>
              <a:rPr lang="en-US" sz="2000" b="1" dirty="0"/>
              <a:t>requesting too little</a:t>
            </a:r>
            <a:r>
              <a:rPr lang="en-US" sz="2000" dirty="0"/>
              <a:t>: causes problems for your jobs; jobs might by ‘held’ by </a:t>
            </a:r>
            <a:r>
              <a:rPr lang="en-US" sz="2000" dirty="0" err="1"/>
              <a:t>HTCondor</a:t>
            </a:r>
            <a:endParaRPr lang="en-US" sz="2000" dirty="0"/>
          </a:p>
          <a:p>
            <a:r>
              <a:rPr lang="en-US" sz="2000" b="1" dirty="0"/>
              <a:t>requesting too much: </a:t>
            </a:r>
            <a:r>
              <a:rPr lang="en-US" sz="2000" dirty="0"/>
              <a:t>jobs will match to fewer “slots” than they could, and you’ll block other jobs</a:t>
            </a:r>
          </a:p>
          <a:p>
            <a:pPr marL="0" indent="0">
              <a:buNone/>
            </a:pPr>
            <a:br>
              <a:rPr lang="en-US" sz="2400" b="1" dirty="0">
                <a:latin typeface="Courier"/>
                <a:cs typeface="Courier"/>
              </a:rPr>
            </a:br>
            <a:endParaRPr lang="en-US" sz="24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11" name="object 2">
            <a:extLst>
              <a:ext uri="{FF2B5EF4-FFF2-40B4-BE49-F238E27FC236}">
                <a16:creationId xmlns:a16="http://schemas.microsoft.com/office/drawing/2014/main" id="{FF35E4CB-4D77-46F2-59D9-4E0074F2F6A6}"/>
              </a:ext>
            </a:extLst>
          </p:cNvPr>
          <p:cNvSpPr txBox="1"/>
          <p:nvPr/>
        </p:nvSpPr>
        <p:spPr>
          <a:xfrm>
            <a:off x="521496" y="1261038"/>
            <a:ext cx="3771136" cy="2910912"/>
          </a:xfrm>
          <a:custGeom>
            <a:avLst/>
            <a:gdLst>
              <a:gd name="csX0" fmla="*/ 0 w 3754203"/>
              <a:gd name="csY0" fmla="*/ 0 h 1578362"/>
              <a:gd name="csX1" fmla="*/ 3754203 w 3754203"/>
              <a:gd name="csY1" fmla="*/ 0 h 1578362"/>
              <a:gd name="csX2" fmla="*/ 3754203 w 3754203"/>
              <a:gd name="csY2" fmla="*/ 1578362 h 1578362"/>
              <a:gd name="csX3" fmla="*/ 0 w 3754203"/>
              <a:gd name="csY3" fmla="*/ 1578362 h 1578362"/>
              <a:gd name="csX4" fmla="*/ 0 w 3754203"/>
              <a:gd name="csY4" fmla="*/ 0 h 1578362"/>
              <a:gd name="csX0" fmla="*/ 0 w 3754203"/>
              <a:gd name="csY0" fmla="*/ 0 h 1578362"/>
              <a:gd name="csX1" fmla="*/ 1823772 w 3754203"/>
              <a:gd name="csY1" fmla="*/ 21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0 h 1578362"/>
              <a:gd name="csX1" fmla="*/ 960172 w 3754203"/>
              <a:gd name="csY1" fmla="*/ 3069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50857 h 1629219"/>
              <a:gd name="csX1" fmla="*/ 960172 w 3754203"/>
              <a:gd name="csY1" fmla="*/ 357774 h 1629219"/>
              <a:gd name="csX2" fmla="*/ 3754203 w 3754203"/>
              <a:gd name="csY2" fmla="*/ 50857 h 1629219"/>
              <a:gd name="csX3" fmla="*/ 3754203 w 3754203"/>
              <a:gd name="csY3" fmla="*/ 1629219 h 1629219"/>
              <a:gd name="csX4" fmla="*/ 0 w 3754203"/>
              <a:gd name="csY4" fmla="*/ 1629219 h 1629219"/>
              <a:gd name="csX5" fmla="*/ 0 w 3754203"/>
              <a:gd name="csY5" fmla="*/ 50857 h 1629219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27152 h 1705514"/>
              <a:gd name="csX1" fmla="*/ 960172 w 3754203"/>
              <a:gd name="csY1" fmla="*/ 434069 h 1705514"/>
              <a:gd name="csX2" fmla="*/ 2602705 w 3754203"/>
              <a:gd name="csY2" fmla="*/ 146203 h 1705514"/>
              <a:gd name="csX3" fmla="*/ 3754203 w 3754203"/>
              <a:gd name="csY3" fmla="*/ 127152 h 1705514"/>
              <a:gd name="csX4" fmla="*/ 3754203 w 3754203"/>
              <a:gd name="csY4" fmla="*/ 1705514 h 1705514"/>
              <a:gd name="csX5" fmla="*/ 0 w 3754203"/>
              <a:gd name="csY5" fmla="*/ 1705514 h 1705514"/>
              <a:gd name="csX6" fmla="*/ 0 w 3754203"/>
              <a:gd name="csY6" fmla="*/ 127152 h 1705514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0681 h 1699043"/>
              <a:gd name="csX1" fmla="*/ 1087172 w 3754203"/>
              <a:gd name="csY1" fmla="*/ 461465 h 1699043"/>
              <a:gd name="csX2" fmla="*/ 2602705 w 3754203"/>
              <a:gd name="csY2" fmla="*/ 139732 h 1699043"/>
              <a:gd name="csX3" fmla="*/ 3754203 w 3754203"/>
              <a:gd name="csY3" fmla="*/ 120681 h 1699043"/>
              <a:gd name="csX4" fmla="*/ 3754203 w 3754203"/>
              <a:gd name="csY4" fmla="*/ 1699043 h 1699043"/>
              <a:gd name="csX5" fmla="*/ 0 w 3754203"/>
              <a:gd name="csY5" fmla="*/ 1699043 h 1699043"/>
              <a:gd name="csX6" fmla="*/ 0 w 3754203"/>
              <a:gd name="csY6" fmla="*/ 120681 h 1699043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5819 h 1704181"/>
              <a:gd name="csX1" fmla="*/ 1087172 w 3754203"/>
              <a:gd name="csY1" fmla="*/ 398870 h 1704181"/>
              <a:gd name="csX2" fmla="*/ 2602705 w 3754203"/>
              <a:gd name="csY2" fmla="*/ 144870 h 1704181"/>
              <a:gd name="csX3" fmla="*/ 3754203 w 3754203"/>
              <a:gd name="csY3" fmla="*/ 125819 h 1704181"/>
              <a:gd name="csX4" fmla="*/ 3754203 w 3754203"/>
              <a:gd name="csY4" fmla="*/ 1704181 h 1704181"/>
              <a:gd name="csX5" fmla="*/ 0 w 3754203"/>
              <a:gd name="csY5" fmla="*/ 1704181 h 1704181"/>
              <a:gd name="csX6" fmla="*/ 0 w 3754203"/>
              <a:gd name="csY6" fmla="*/ 125819 h 1704181"/>
              <a:gd name="csX0" fmla="*/ 0 w 3754203"/>
              <a:gd name="csY0" fmla="*/ 2575 h 1580937"/>
              <a:gd name="csX1" fmla="*/ 1087172 w 3754203"/>
              <a:gd name="csY1" fmla="*/ 275626 h 1580937"/>
              <a:gd name="csX2" fmla="*/ 2602705 w 3754203"/>
              <a:gd name="csY2" fmla="*/ 21626 h 1580937"/>
              <a:gd name="csX3" fmla="*/ 3754203 w 3754203"/>
              <a:gd name="csY3" fmla="*/ 2575 h 1580937"/>
              <a:gd name="csX4" fmla="*/ 3754203 w 3754203"/>
              <a:gd name="csY4" fmla="*/ 1580937 h 1580937"/>
              <a:gd name="csX5" fmla="*/ 0 w 3754203"/>
              <a:gd name="csY5" fmla="*/ 1580937 h 1580937"/>
              <a:gd name="csX6" fmla="*/ 0 w 3754203"/>
              <a:gd name="csY6" fmla="*/ 2575 h 1580937"/>
              <a:gd name="csX0" fmla="*/ 0 w 3754203"/>
              <a:gd name="csY0" fmla="*/ 22218 h 1600580"/>
              <a:gd name="csX1" fmla="*/ 1087172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32720 h 1611082"/>
              <a:gd name="csX1" fmla="*/ 1129506 w 3771136"/>
              <a:gd name="csY1" fmla="*/ 305771 h 1611082"/>
              <a:gd name="csX2" fmla="*/ 2695839 w 3771136"/>
              <a:gd name="csY2" fmla="*/ 971 h 1611082"/>
              <a:gd name="csX3" fmla="*/ 3771136 w 3771136"/>
              <a:gd name="csY3" fmla="*/ 430653 h 1611082"/>
              <a:gd name="csX4" fmla="*/ 3754203 w 3771136"/>
              <a:gd name="csY4" fmla="*/ 1611082 h 1611082"/>
              <a:gd name="csX5" fmla="*/ 0 w 3771136"/>
              <a:gd name="csY5" fmla="*/ 1611082 h 1611082"/>
              <a:gd name="csX6" fmla="*/ 0 w 3771136"/>
              <a:gd name="csY6" fmla="*/ 32720 h 1611082"/>
              <a:gd name="csX0" fmla="*/ 0 w 3771136"/>
              <a:gd name="csY0" fmla="*/ 31781 h 1610143"/>
              <a:gd name="csX1" fmla="*/ 1129506 w 3771136"/>
              <a:gd name="csY1" fmla="*/ 304832 h 1610143"/>
              <a:gd name="csX2" fmla="*/ 2695839 w 3771136"/>
              <a:gd name="csY2" fmla="*/ 32 h 1610143"/>
              <a:gd name="csX3" fmla="*/ 3771136 w 3771136"/>
              <a:gd name="csY3" fmla="*/ 429714 h 1610143"/>
              <a:gd name="csX4" fmla="*/ 3754203 w 3771136"/>
              <a:gd name="csY4" fmla="*/ 1610143 h 1610143"/>
              <a:gd name="csX5" fmla="*/ 0 w 3771136"/>
              <a:gd name="csY5" fmla="*/ 1610143 h 1610143"/>
              <a:gd name="csX6" fmla="*/ 0 w 3771136"/>
              <a:gd name="csY6" fmla="*/ 31781 h 1610143"/>
              <a:gd name="csX0" fmla="*/ 0 w 3771136"/>
              <a:gd name="csY0" fmla="*/ 35061 h 1613423"/>
              <a:gd name="csX1" fmla="*/ 1146439 w 3771136"/>
              <a:gd name="csY1" fmla="*/ 224302 h 1613423"/>
              <a:gd name="csX2" fmla="*/ 2695839 w 3771136"/>
              <a:gd name="csY2" fmla="*/ 3312 h 1613423"/>
              <a:gd name="csX3" fmla="*/ 3771136 w 3771136"/>
              <a:gd name="csY3" fmla="*/ 432994 h 1613423"/>
              <a:gd name="csX4" fmla="*/ 3754203 w 3771136"/>
              <a:gd name="csY4" fmla="*/ 1613423 h 1613423"/>
              <a:gd name="csX5" fmla="*/ 0 w 3771136"/>
              <a:gd name="csY5" fmla="*/ 1613423 h 1613423"/>
              <a:gd name="csX6" fmla="*/ 0 w 3771136"/>
              <a:gd name="csY6" fmla="*/ 35061 h 1613423"/>
              <a:gd name="csX0" fmla="*/ 0 w 3762669"/>
              <a:gd name="csY0" fmla="*/ 31908 h 1610270"/>
              <a:gd name="csX1" fmla="*/ 1146439 w 3762669"/>
              <a:gd name="csY1" fmla="*/ 221149 h 1610270"/>
              <a:gd name="csX2" fmla="*/ 2695839 w 3762669"/>
              <a:gd name="csY2" fmla="*/ 159 h 1610270"/>
              <a:gd name="csX3" fmla="*/ 3762669 w 3762669"/>
              <a:gd name="csY3" fmla="*/ 199364 h 1610270"/>
              <a:gd name="csX4" fmla="*/ 3754203 w 3762669"/>
              <a:gd name="csY4" fmla="*/ 1610270 h 1610270"/>
              <a:gd name="csX5" fmla="*/ 0 w 3762669"/>
              <a:gd name="csY5" fmla="*/ 1610270 h 1610270"/>
              <a:gd name="csX6" fmla="*/ 0 w 3762669"/>
              <a:gd name="csY6" fmla="*/ 31908 h 1610270"/>
              <a:gd name="csX0" fmla="*/ 0 w 3771136"/>
              <a:gd name="csY0" fmla="*/ 32080 h 1610442"/>
              <a:gd name="csX1" fmla="*/ 1146439 w 3771136"/>
              <a:gd name="csY1" fmla="*/ 221321 h 1610442"/>
              <a:gd name="csX2" fmla="*/ 2695839 w 3771136"/>
              <a:gd name="csY2" fmla="*/ 331 h 1610442"/>
              <a:gd name="csX3" fmla="*/ 3771136 w 3771136"/>
              <a:gd name="csY3" fmla="*/ 191155 h 1610442"/>
              <a:gd name="csX4" fmla="*/ 3754203 w 3771136"/>
              <a:gd name="csY4" fmla="*/ 1610442 h 1610442"/>
              <a:gd name="csX5" fmla="*/ 0 w 3771136"/>
              <a:gd name="csY5" fmla="*/ 1610442 h 1610442"/>
              <a:gd name="csX6" fmla="*/ 0 w 3771136"/>
              <a:gd name="csY6" fmla="*/ 32080 h 1610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71136" h="1610442">
                <a:moveTo>
                  <a:pt x="0" y="32080"/>
                </a:moveTo>
                <a:cubicBezTo>
                  <a:pt x="447896" y="218106"/>
                  <a:pt x="697133" y="226612"/>
                  <a:pt x="1146439" y="221321"/>
                </a:cubicBezTo>
                <a:cubicBezTo>
                  <a:pt x="1595745" y="216030"/>
                  <a:pt x="2258390" y="5359"/>
                  <a:pt x="2695839" y="331"/>
                </a:cubicBezTo>
                <a:cubicBezTo>
                  <a:pt x="3133288" y="-4697"/>
                  <a:pt x="3415530" y="46981"/>
                  <a:pt x="3771136" y="191155"/>
                </a:cubicBezTo>
                <a:lnTo>
                  <a:pt x="3754203" y="1610442"/>
                </a:lnTo>
                <a:lnTo>
                  <a:pt x="0" y="1610442"/>
                </a:lnTo>
                <a:lnTo>
                  <a:pt x="0" y="3208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b">
            <a:noAutofit/>
          </a:bodyPr>
          <a:lstStyle/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request_cpus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</a:t>
            </a: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request_memory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r>
              <a:rPr lang="en-US" b="1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request_disk</a:t>
            </a:r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9278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Submit File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/>
        <p:txBody>
          <a:bodyPr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queue</a:t>
            </a:r>
            <a:r>
              <a:rPr lang="en-US" sz="2400" dirty="0"/>
              <a:t>: keyword indicating the number of jobs to queue</a:t>
            </a:r>
          </a:p>
          <a:p>
            <a:pPr marL="0" indent="0">
              <a:buNone/>
            </a:pPr>
            <a:r>
              <a:rPr lang="en-US" sz="2000" i="1" dirty="0"/>
              <a:t>  - must be the last line of the submit file</a:t>
            </a:r>
          </a:p>
          <a:p>
            <a:pPr marL="0" indent="0">
              <a:buNone/>
            </a:pPr>
            <a:r>
              <a:rPr lang="en-US" sz="2000" i="1" dirty="0"/>
              <a:t>  - has different syntax options we will learn later!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8EF9D72E-3B75-FFDE-F00E-FF2797ADCEA2}"/>
              </a:ext>
            </a:extLst>
          </p:cNvPr>
          <p:cNvSpPr txBox="1"/>
          <p:nvPr/>
        </p:nvSpPr>
        <p:spPr>
          <a:xfrm>
            <a:off x="521496" y="1261038"/>
            <a:ext cx="3771136" cy="2910912"/>
          </a:xfrm>
          <a:custGeom>
            <a:avLst/>
            <a:gdLst>
              <a:gd name="csX0" fmla="*/ 0 w 3754203"/>
              <a:gd name="csY0" fmla="*/ 0 h 1578362"/>
              <a:gd name="csX1" fmla="*/ 3754203 w 3754203"/>
              <a:gd name="csY1" fmla="*/ 0 h 1578362"/>
              <a:gd name="csX2" fmla="*/ 3754203 w 3754203"/>
              <a:gd name="csY2" fmla="*/ 1578362 h 1578362"/>
              <a:gd name="csX3" fmla="*/ 0 w 3754203"/>
              <a:gd name="csY3" fmla="*/ 1578362 h 1578362"/>
              <a:gd name="csX4" fmla="*/ 0 w 3754203"/>
              <a:gd name="csY4" fmla="*/ 0 h 1578362"/>
              <a:gd name="csX0" fmla="*/ 0 w 3754203"/>
              <a:gd name="csY0" fmla="*/ 0 h 1578362"/>
              <a:gd name="csX1" fmla="*/ 1823772 w 3754203"/>
              <a:gd name="csY1" fmla="*/ 21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0 h 1578362"/>
              <a:gd name="csX1" fmla="*/ 960172 w 3754203"/>
              <a:gd name="csY1" fmla="*/ 306917 h 1578362"/>
              <a:gd name="csX2" fmla="*/ 3754203 w 3754203"/>
              <a:gd name="csY2" fmla="*/ 0 h 1578362"/>
              <a:gd name="csX3" fmla="*/ 3754203 w 3754203"/>
              <a:gd name="csY3" fmla="*/ 1578362 h 1578362"/>
              <a:gd name="csX4" fmla="*/ 0 w 3754203"/>
              <a:gd name="csY4" fmla="*/ 1578362 h 1578362"/>
              <a:gd name="csX5" fmla="*/ 0 w 3754203"/>
              <a:gd name="csY5" fmla="*/ 0 h 1578362"/>
              <a:gd name="csX0" fmla="*/ 0 w 3754203"/>
              <a:gd name="csY0" fmla="*/ 50857 h 1629219"/>
              <a:gd name="csX1" fmla="*/ 960172 w 3754203"/>
              <a:gd name="csY1" fmla="*/ 357774 h 1629219"/>
              <a:gd name="csX2" fmla="*/ 3754203 w 3754203"/>
              <a:gd name="csY2" fmla="*/ 50857 h 1629219"/>
              <a:gd name="csX3" fmla="*/ 3754203 w 3754203"/>
              <a:gd name="csY3" fmla="*/ 1629219 h 1629219"/>
              <a:gd name="csX4" fmla="*/ 0 w 3754203"/>
              <a:gd name="csY4" fmla="*/ 1629219 h 1629219"/>
              <a:gd name="csX5" fmla="*/ 0 w 3754203"/>
              <a:gd name="csY5" fmla="*/ 50857 h 1629219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49196 h 1727558"/>
              <a:gd name="csX1" fmla="*/ 960172 w 3754203"/>
              <a:gd name="csY1" fmla="*/ 456113 h 1727558"/>
              <a:gd name="csX2" fmla="*/ 3042972 w 3754203"/>
              <a:gd name="csY2" fmla="*/ 100514 h 1727558"/>
              <a:gd name="csX3" fmla="*/ 3754203 w 3754203"/>
              <a:gd name="csY3" fmla="*/ 149196 h 1727558"/>
              <a:gd name="csX4" fmla="*/ 3754203 w 3754203"/>
              <a:gd name="csY4" fmla="*/ 1727558 h 1727558"/>
              <a:gd name="csX5" fmla="*/ 0 w 3754203"/>
              <a:gd name="csY5" fmla="*/ 1727558 h 1727558"/>
              <a:gd name="csX6" fmla="*/ 0 w 3754203"/>
              <a:gd name="csY6" fmla="*/ 149196 h 1727558"/>
              <a:gd name="csX0" fmla="*/ 0 w 3754203"/>
              <a:gd name="csY0" fmla="*/ 127152 h 1705514"/>
              <a:gd name="csX1" fmla="*/ 960172 w 3754203"/>
              <a:gd name="csY1" fmla="*/ 434069 h 1705514"/>
              <a:gd name="csX2" fmla="*/ 2602705 w 3754203"/>
              <a:gd name="csY2" fmla="*/ 146203 h 1705514"/>
              <a:gd name="csX3" fmla="*/ 3754203 w 3754203"/>
              <a:gd name="csY3" fmla="*/ 127152 h 1705514"/>
              <a:gd name="csX4" fmla="*/ 3754203 w 3754203"/>
              <a:gd name="csY4" fmla="*/ 1705514 h 1705514"/>
              <a:gd name="csX5" fmla="*/ 0 w 3754203"/>
              <a:gd name="csY5" fmla="*/ 1705514 h 1705514"/>
              <a:gd name="csX6" fmla="*/ 0 w 3754203"/>
              <a:gd name="csY6" fmla="*/ 127152 h 1705514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0681 h 1699043"/>
              <a:gd name="csX1" fmla="*/ 1087172 w 3754203"/>
              <a:gd name="csY1" fmla="*/ 461465 h 1699043"/>
              <a:gd name="csX2" fmla="*/ 2602705 w 3754203"/>
              <a:gd name="csY2" fmla="*/ 139732 h 1699043"/>
              <a:gd name="csX3" fmla="*/ 3754203 w 3754203"/>
              <a:gd name="csY3" fmla="*/ 120681 h 1699043"/>
              <a:gd name="csX4" fmla="*/ 3754203 w 3754203"/>
              <a:gd name="csY4" fmla="*/ 1699043 h 1699043"/>
              <a:gd name="csX5" fmla="*/ 0 w 3754203"/>
              <a:gd name="csY5" fmla="*/ 1699043 h 1699043"/>
              <a:gd name="csX6" fmla="*/ 0 w 3754203"/>
              <a:gd name="csY6" fmla="*/ 120681 h 1699043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8504 h 1706866"/>
              <a:gd name="csX1" fmla="*/ 1087172 w 3754203"/>
              <a:gd name="csY1" fmla="*/ 469288 h 1706866"/>
              <a:gd name="csX2" fmla="*/ 2602705 w 3754203"/>
              <a:gd name="csY2" fmla="*/ 147555 h 1706866"/>
              <a:gd name="csX3" fmla="*/ 3754203 w 3754203"/>
              <a:gd name="csY3" fmla="*/ 128504 h 1706866"/>
              <a:gd name="csX4" fmla="*/ 3754203 w 3754203"/>
              <a:gd name="csY4" fmla="*/ 1706866 h 1706866"/>
              <a:gd name="csX5" fmla="*/ 0 w 3754203"/>
              <a:gd name="csY5" fmla="*/ 1706866 h 1706866"/>
              <a:gd name="csX6" fmla="*/ 0 w 3754203"/>
              <a:gd name="csY6" fmla="*/ 128504 h 1706866"/>
              <a:gd name="csX0" fmla="*/ 0 w 3754203"/>
              <a:gd name="csY0" fmla="*/ 125819 h 1704181"/>
              <a:gd name="csX1" fmla="*/ 1087172 w 3754203"/>
              <a:gd name="csY1" fmla="*/ 398870 h 1704181"/>
              <a:gd name="csX2" fmla="*/ 2602705 w 3754203"/>
              <a:gd name="csY2" fmla="*/ 144870 h 1704181"/>
              <a:gd name="csX3" fmla="*/ 3754203 w 3754203"/>
              <a:gd name="csY3" fmla="*/ 125819 h 1704181"/>
              <a:gd name="csX4" fmla="*/ 3754203 w 3754203"/>
              <a:gd name="csY4" fmla="*/ 1704181 h 1704181"/>
              <a:gd name="csX5" fmla="*/ 0 w 3754203"/>
              <a:gd name="csY5" fmla="*/ 1704181 h 1704181"/>
              <a:gd name="csX6" fmla="*/ 0 w 3754203"/>
              <a:gd name="csY6" fmla="*/ 125819 h 1704181"/>
              <a:gd name="csX0" fmla="*/ 0 w 3754203"/>
              <a:gd name="csY0" fmla="*/ 2575 h 1580937"/>
              <a:gd name="csX1" fmla="*/ 1087172 w 3754203"/>
              <a:gd name="csY1" fmla="*/ 275626 h 1580937"/>
              <a:gd name="csX2" fmla="*/ 2602705 w 3754203"/>
              <a:gd name="csY2" fmla="*/ 21626 h 1580937"/>
              <a:gd name="csX3" fmla="*/ 3754203 w 3754203"/>
              <a:gd name="csY3" fmla="*/ 2575 h 1580937"/>
              <a:gd name="csX4" fmla="*/ 3754203 w 3754203"/>
              <a:gd name="csY4" fmla="*/ 1580937 h 1580937"/>
              <a:gd name="csX5" fmla="*/ 0 w 3754203"/>
              <a:gd name="csY5" fmla="*/ 1580937 h 1580937"/>
              <a:gd name="csX6" fmla="*/ 0 w 3754203"/>
              <a:gd name="csY6" fmla="*/ 2575 h 1580937"/>
              <a:gd name="csX0" fmla="*/ 0 w 3754203"/>
              <a:gd name="csY0" fmla="*/ 22218 h 1600580"/>
              <a:gd name="csX1" fmla="*/ 1087172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54203"/>
              <a:gd name="csY0" fmla="*/ 22218 h 1600580"/>
              <a:gd name="csX1" fmla="*/ 1129506 w 3754203"/>
              <a:gd name="csY1" fmla="*/ 295269 h 1600580"/>
              <a:gd name="csX2" fmla="*/ 2365639 w 3754203"/>
              <a:gd name="csY2" fmla="*/ 15869 h 1600580"/>
              <a:gd name="csX3" fmla="*/ 3754203 w 3754203"/>
              <a:gd name="csY3" fmla="*/ 22218 h 1600580"/>
              <a:gd name="csX4" fmla="*/ 3754203 w 3754203"/>
              <a:gd name="csY4" fmla="*/ 1600580 h 1600580"/>
              <a:gd name="csX5" fmla="*/ 0 w 3754203"/>
              <a:gd name="csY5" fmla="*/ 1600580 h 1600580"/>
              <a:gd name="csX6" fmla="*/ 0 w 3754203"/>
              <a:gd name="csY6" fmla="*/ 22218 h 1600580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7371 h 1585733"/>
              <a:gd name="csX1" fmla="*/ 1129506 w 3771136"/>
              <a:gd name="csY1" fmla="*/ 280422 h 1585733"/>
              <a:gd name="csX2" fmla="*/ 2365639 w 3771136"/>
              <a:gd name="csY2" fmla="*/ 1022 h 1585733"/>
              <a:gd name="csX3" fmla="*/ 3771136 w 3771136"/>
              <a:gd name="csY3" fmla="*/ 405304 h 1585733"/>
              <a:gd name="csX4" fmla="*/ 3754203 w 3771136"/>
              <a:gd name="csY4" fmla="*/ 1585733 h 1585733"/>
              <a:gd name="csX5" fmla="*/ 0 w 3771136"/>
              <a:gd name="csY5" fmla="*/ 1585733 h 1585733"/>
              <a:gd name="csX6" fmla="*/ 0 w 3771136"/>
              <a:gd name="csY6" fmla="*/ 7371 h 1585733"/>
              <a:gd name="csX0" fmla="*/ 0 w 3771136"/>
              <a:gd name="csY0" fmla="*/ 32720 h 1611082"/>
              <a:gd name="csX1" fmla="*/ 1129506 w 3771136"/>
              <a:gd name="csY1" fmla="*/ 305771 h 1611082"/>
              <a:gd name="csX2" fmla="*/ 2695839 w 3771136"/>
              <a:gd name="csY2" fmla="*/ 971 h 1611082"/>
              <a:gd name="csX3" fmla="*/ 3771136 w 3771136"/>
              <a:gd name="csY3" fmla="*/ 430653 h 1611082"/>
              <a:gd name="csX4" fmla="*/ 3754203 w 3771136"/>
              <a:gd name="csY4" fmla="*/ 1611082 h 1611082"/>
              <a:gd name="csX5" fmla="*/ 0 w 3771136"/>
              <a:gd name="csY5" fmla="*/ 1611082 h 1611082"/>
              <a:gd name="csX6" fmla="*/ 0 w 3771136"/>
              <a:gd name="csY6" fmla="*/ 32720 h 1611082"/>
              <a:gd name="csX0" fmla="*/ 0 w 3771136"/>
              <a:gd name="csY0" fmla="*/ 31781 h 1610143"/>
              <a:gd name="csX1" fmla="*/ 1129506 w 3771136"/>
              <a:gd name="csY1" fmla="*/ 304832 h 1610143"/>
              <a:gd name="csX2" fmla="*/ 2695839 w 3771136"/>
              <a:gd name="csY2" fmla="*/ 32 h 1610143"/>
              <a:gd name="csX3" fmla="*/ 3771136 w 3771136"/>
              <a:gd name="csY3" fmla="*/ 429714 h 1610143"/>
              <a:gd name="csX4" fmla="*/ 3754203 w 3771136"/>
              <a:gd name="csY4" fmla="*/ 1610143 h 1610143"/>
              <a:gd name="csX5" fmla="*/ 0 w 3771136"/>
              <a:gd name="csY5" fmla="*/ 1610143 h 1610143"/>
              <a:gd name="csX6" fmla="*/ 0 w 3771136"/>
              <a:gd name="csY6" fmla="*/ 31781 h 1610143"/>
              <a:gd name="csX0" fmla="*/ 0 w 3771136"/>
              <a:gd name="csY0" fmla="*/ 35061 h 1613423"/>
              <a:gd name="csX1" fmla="*/ 1146439 w 3771136"/>
              <a:gd name="csY1" fmla="*/ 224302 h 1613423"/>
              <a:gd name="csX2" fmla="*/ 2695839 w 3771136"/>
              <a:gd name="csY2" fmla="*/ 3312 h 1613423"/>
              <a:gd name="csX3" fmla="*/ 3771136 w 3771136"/>
              <a:gd name="csY3" fmla="*/ 432994 h 1613423"/>
              <a:gd name="csX4" fmla="*/ 3754203 w 3771136"/>
              <a:gd name="csY4" fmla="*/ 1613423 h 1613423"/>
              <a:gd name="csX5" fmla="*/ 0 w 3771136"/>
              <a:gd name="csY5" fmla="*/ 1613423 h 1613423"/>
              <a:gd name="csX6" fmla="*/ 0 w 3771136"/>
              <a:gd name="csY6" fmla="*/ 35061 h 1613423"/>
              <a:gd name="csX0" fmla="*/ 0 w 3762669"/>
              <a:gd name="csY0" fmla="*/ 31908 h 1610270"/>
              <a:gd name="csX1" fmla="*/ 1146439 w 3762669"/>
              <a:gd name="csY1" fmla="*/ 221149 h 1610270"/>
              <a:gd name="csX2" fmla="*/ 2695839 w 3762669"/>
              <a:gd name="csY2" fmla="*/ 159 h 1610270"/>
              <a:gd name="csX3" fmla="*/ 3762669 w 3762669"/>
              <a:gd name="csY3" fmla="*/ 199364 h 1610270"/>
              <a:gd name="csX4" fmla="*/ 3754203 w 3762669"/>
              <a:gd name="csY4" fmla="*/ 1610270 h 1610270"/>
              <a:gd name="csX5" fmla="*/ 0 w 3762669"/>
              <a:gd name="csY5" fmla="*/ 1610270 h 1610270"/>
              <a:gd name="csX6" fmla="*/ 0 w 3762669"/>
              <a:gd name="csY6" fmla="*/ 31908 h 1610270"/>
              <a:gd name="csX0" fmla="*/ 0 w 3771136"/>
              <a:gd name="csY0" fmla="*/ 32080 h 1610442"/>
              <a:gd name="csX1" fmla="*/ 1146439 w 3771136"/>
              <a:gd name="csY1" fmla="*/ 221321 h 1610442"/>
              <a:gd name="csX2" fmla="*/ 2695839 w 3771136"/>
              <a:gd name="csY2" fmla="*/ 331 h 1610442"/>
              <a:gd name="csX3" fmla="*/ 3771136 w 3771136"/>
              <a:gd name="csY3" fmla="*/ 191155 h 1610442"/>
              <a:gd name="csX4" fmla="*/ 3754203 w 3771136"/>
              <a:gd name="csY4" fmla="*/ 1610442 h 1610442"/>
              <a:gd name="csX5" fmla="*/ 0 w 3771136"/>
              <a:gd name="csY5" fmla="*/ 1610442 h 1610442"/>
              <a:gd name="csX6" fmla="*/ 0 w 3771136"/>
              <a:gd name="csY6" fmla="*/ 32080 h 1610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771136" h="1610442">
                <a:moveTo>
                  <a:pt x="0" y="32080"/>
                </a:moveTo>
                <a:cubicBezTo>
                  <a:pt x="447896" y="218106"/>
                  <a:pt x="697133" y="226612"/>
                  <a:pt x="1146439" y="221321"/>
                </a:cubicBezTo>
                <a:cubicBezTo>
                  <a:pt x="1595745" y="216030"/>
                  <a:pt x="2258390" y="5359"/>
                  <a:pt x="2695839" y="331"/>
                </a:cubicBezTo>
                <a:cubicBezTo>
                  <a:pt x="3133288" y="-4697"/>
                  <a:pt x="3415530" y="46981"/>
                  <a:pt x="3771136" y="191155"/>
                </a:cubicBezTo>
                <a:lnTo>
                  <a:pt x="3754203" y="1610442"/>
                </a:lnTo>
                <a:lnTo>
                  <a:pt x="0" y="1610442"/>
                </a:lnTo>
                <a:lnTo>
                  <a:pt x="0" y="3208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b">
            <a:noAutofit/>
          </a:bodyPr>
          <a:lstStyle/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request_cpus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</a:t>
            </a: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request_memory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request_disk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1GB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b="1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queue</a:t>
            </a:r>
          </a:p>
          <a:p>
            <a:pPr marL="457200" indent="-457200"/>
            <a:endParaRPr lang="en-US" b="1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58958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FC21D-B589-6E2F-B1A2-222D4CC90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86D3EA-7E0A-BC92-023D-863EC6500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pause!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4B10DB-C973-6011-97E0-82668F44E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105D14-843A-916F-D7B9-F63E14D8C887}"/>
              </a:ext>
            </a:extLst>
          </p:cNvPr>
          <p:cNvSpPr txBox="1"/>
          <p:nvPr/>
        </p:nvSpPr>
        <p:spPr>
          <a:xfrm>
            <a:off x="511176" y="1200150"/>
            <a:ext cx="8382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questions do you have about—</a:t>
            </a:r>
          </a:p>
          <a:p>
            <a:endParaRPr lang="en-US" sz="2400" dirty="0"/>
          </a:p>
          <a:p>
            <a:pPr marL="709161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How </a:t>
            </a:r>
            <a:r>
              <a:rPr lang="en-US" sz="2400" dirty="0" err="1"/>
              <a:t>HTCondor</a:t>
            </a:r>
            <a:r>
              <a:rPr lang="en-US" sz="2400" dirty="0"/>
              <a:t> works?</a:t>
            </a:r>
          </a:p>
          <a:p>
            <a:pPr marL="709161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Components of a job?</a:t>
            </a:r>
          </a:p>
          <a:p>
            <a:pPr marL="709161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</a:t>
            </a:r>
            <a:r>
              <a:rPr lang="en-US" sz="2400" dirty="0" err="1"/>
              <a:t>HTCondor</a:t>
            </a:r>
            <a:r>
              <a:rPr lang="en-US" sz="2400" dirty="0"/>
              <a:t> submit file?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C610EAD-D919-D5E4-AE81-2BF26BD4E80B}"/>
              </a:ext>
            </a:extLst>
          </p:cNvPr>
          <p:cNvGrpSpPr/>
          <p:nvPr/>
        </p:nvGrpSpPr>
        <p:grpSpPr>
          <a:xfrm>
            <a:off x="4828634" y="2136013"/>
            <a:ext cx="3862400" cy="2921762"/>
            <a:chOff x="-457200" y="819150"/>
            <a:chExt cx="5057775" cy="3826019"/>
          </a:xfrm>
        </p:grpSpPr>
        <p:pic>
          <p:nvPicPr>
            <p:cNvPr id="23" name="Graphic 22" descr="A stack of books">
              <a:extLst>
                <a:ext uri="{FF2B5EF4-FFF2-40B4-BE49-F238E27FC236}">
                  <a16:creationId xmlns:a16="http://schemas.microsoft.com/office/drawing/2014/main" id="{C967F7F0-F3AA-B376-C197-71D343F4B05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95400" y="1339994"/>
              <a:ext cx="3305175" cy="3305175"/>
            </a:xfrm>
            <a:prstGeom prst="rect">
              <a:avLst/>
            </a:prstGeom>
          </p:spPr>
        </p:pic>
        <p:pic>
          <p:nvPicPr>
            <p:cNvPr id="24" name="Graphic 23" descr="A stack of books">
              <a:extLst>
                <a:ext uri="{FF2B5EF4-FFF2-40B4-BE49-F238E27FC236}">
                  <a16:creationId xmlns:a16="http://schemas.microsoft.com/office/drawing/2014/main" id="{CF47BC9F-898C-3B5F-4DE4-E73CDBCBBA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33400" y="819150"/>
              <a:ext cx="3305175" cy="3305175"/>
            </a:xfrm>
            <a:prstGeom prst="rect">
              <a:avLst/>
            </a:prstGeom>
          </p:spPr>
        </p:pic>
        <p:pic>
          <p:nvPicPr>
            <p:cNvPr id="25" name="Graphic 24" descr="A stack of books">
              <a:extLst>
                <a:ext uri="{FF2B5EF4-FFF2-40B4-BE49-F238E27FC236}">
                  <a16:creationId xmlns:a16="http://schemas.microsoft.com/office/drawing/2014/main" id="{989C5C57-C439-78C1-07C6-DBCC82633B5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-457200" y="1338262"/>
              <a:ext cx="3305175" cy="3305175"/>
            </a:xfrm>
            <a:prstGeom prst="rect">
              <a:avLst/>
            </a:prstGeom>
          </p:spPr>
        </p:pic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5EDE7CB-8758-BBD3-1C5F-CA41B866781B}"/>
                </a:ext>
              </a:extLst>
            </p:cNvPr>
            <p:cNvGrpSpPr/>
            <p:nvPr/>
          </p:nvGrpSpPr>
          <p:grpSpPr>
            <a:xfrm>
              <a:off x="1457325" y="2471737"/>
              <a:ext cx="1771650" cy="1847850"/>
              <a:chOff x="2009775" y="2338387"/>
              <a:chExt cx="1771650" cy="1847850"/>
            </a:xfrm>
          </p:grpSpPr>
          <p:pic>
            <p:nvPicPr>
              <p:cNvPr id="27" name="Graphic 26" descr="Man carrying a laptop">
                <a:extLst>
                  <a:ext uri="{FF2B5EF4-FFF2-40B4-BE49-F238E27FC236}">
                    <a16:creationId xmlns:a16="http://schemas.microsoft.com/office/drawing/2014/main" id="{6B695D4A-1E36-9E10-23EE-E7EE57E4BA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9775" y="2928937"/>
                <a:ext cx="1771650" cy="1257300"/>
              </a:xfrm>
              <a:prstGeom prst="rect">
                <a:avLst/>
              </a:prstGeom>
            </p:spPr>
          </p:pic>
          <p:pic>
            <p:nvPicPr>
              <p:cNvPr id="28" name="Graphic 27" descr="A female with short hair">
                <a:extLst>
                  <a:ext uri="{FF2B5EF4-FFF2-40B4-BE49-F238E27FC236}">
                    <a16:creationId xmlns:a16="http://schemas.microsoft.com/office/drawing/2014/main" id="{3D95CFCC-0E46-FE02-CB5A-270D0AB61B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133600" y="2338387"/>
                <a:ext cx="866775" cy="771525"/>
              </a:xfrm>
              <a:prstGeom prst="rect">
                <a:avLst/>
              </a:prstGeom>
            </p:spPr>
          </p:pic>
          <p:pic>
            <p:nvPicPr>
              <p:cNvPr id="29" name="Graphic 28" descr="A confused face">
                <a:extLst>
                  <a:ext uri="{FF2B5EF4-FFF2-40B4-BE49-F238E27FC236}">
                    <a16:creationId xmlns:a16="http://schemas.microsoft.com/office/drawing/2014/main" id="{DB0B1D31-536F-E96F-CC2E-7AE3753FF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>
              <a:xfrm>
                <a:off x="2588029" y="2624137"/>
                <a:ext cx="243840" cy="304800"/>
              </a:xfrm>
              <a:prstGeom prst="rect">
                <a:avLst/>
              </a:prstGeom>
            </p:spPr>
          </p:pic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4C36C9EB-E578-C470-1AA5-514AA227254A}"/>
              </a:ext>
            </a:extLst>
          </p:cNvPr>
          <p:cNvGrpSpPr/>
          <p:nvPr/>
        </p:nvGrpSpPr>
        <p:grpSpPr>
          <a:xfrm flipH="1">
            <a:off x="7589466" y="3299923"/>
            <a:ext cx="1101568" cy="1423602"/>
            <a:chOff x="7213888" y="2117580"/>
            <a:chExt cx="1390650" cy="1797195"/>
          </a:xfrm>
        </p:grpSpPr>
        <p:pic>
          <p:nvPicPr>
            <p:cNvPr id="31" name="Graphic 30" descr="Man holding a coffee mug">
              <a:extLst>
                <a:ext uri="{FF2B5EF4-FFF2-40B4-BE49-F238E27FC236}">
                  <a16:creationId xmlns:a16="http://schemas.microsoft.com/office/drawing/2014/main" id="{CB75D32E-8623-2C49-DDC4-A8DEBFD38D2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13888" y="2647950"/>
              <a:ext cx="1390650" cy="1266825"/>
            </a:xfrm>
            <a:prstGeom prst="rect">
              <a:avLst/>
            </a:prstGeom>
          </p:spPr>
        </p:pic>
        <p:pic>
          <p:nvPicPr>
            <p:cNvPr id="32" name="Graphic 31" descr="A man with short hair">
              <a:extLst>
                <a:ext uri="{FF2B5EF4-FFF2-40B4-BE49-F238E27FC236}">
                  <a16:creationId xmlns:a16="http://schemas.microsoft.com/office/drawing/2014/main" id="{A4BDCBAE-615E-35F7-C4D6-EC37F9EB669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696200" y="2117580"/>
              <a:ext cx="571500" cy="676275"/>
            </a:xfrm>
            <a:prstGeom prst="rect">
              <a:avLst/>
            </a:prstGeom>
          </p:spPr>
        </p:pic>
        <p:pic>
          <p:nvPicPr>
            <p:cNvPr id="33" name="Graphic 32" descr="A smiling face">
              <a:extLst>
                <a:ext uri="{FF2B5EF4-FFF2-40B4-BE49-F238E27FC236}">
                  <a16:creationId xmlns:a16="http://schemas.microsoft.com/office/drawing/2014/main" id="{B599E260-98EB-7219-BD15-C5B670F1044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902285" y="2349211"/>
              <a:ext cx="304800" cy="3143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45742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9A221-5E53-37B1-46DE-ADECB05CE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87977FCA-C3A5-AC56-5A76-5C34F4778B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0940" y="24504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CF14C34-8D61-3022-D477-5A4BBF75E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8842" y="3372194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2CEB272-7F70-843C-D8E9-63EBF7A27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3140" y="42075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C663E-EF3C-577F-991A-698797D31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44DF45C-CD63-FB8D-988E-735388F060F8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91FD2249-E640-73F1-8ACB-AAC8A7D497D3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246091" cy="57949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8EE8032-F5D6-3CD3-FD37-5DC846ABFE4F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881193" cy="1155272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B23A65-56EB-4FFA-1FDE-ECC6209F59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21" name="Graphic 20" descr="Meeting with solid fill">
            <a:extLst>
              <a:ext uri="{FF2B5EF4-FFF2-40B4-BE49-F238E27FC236}">
                <a16:creationId xmlns:a16="http://schemas.microsoft.com/office/drawing/2014/main" id="{7E539D04-ED30-48AF-1EBA-120B4C2011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553" y="3181136"/>
            <a:ext cx="1354960" cy="1354960"/>
          </a:xfrm>
          <a:prstGeom prst="rect">
            <a:avLst/>
          </a:prstGeom>
        </p:spPr>
      </p:pic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10CBBF1D-BA0F-5B04-6750-CBBFF8A56C2E}"/>
              </a:ext>
            </a:extLst>
          </p:cNvPr>
          <p:cNvSpPr/>
          <p:nvPr/>
        </p:nvSpPr>
        <p:spPr bwMode="auto">
          <a:xfrm>
            <a:off x="2015529" y="2640817"/>
            <a:ext cx="797795" cy="818826"/>
          </a:xfrm>
          <a:prstGeom prst="wedgeEllipseCallout">
            <a:avLst>
              <a:gd name="adj1" fmla="val -52276"/>
              <a:gd name="adj2" fmla="val 526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Speech Bubble: Oval 57">
            <a:extLst>
              <a:ext uri="{FF2B5EF4-FFF2-40B4-BE49-F238E27FC236}">
                <a16:creationId xmlns:a16="http://schemas.microsoft.com/office/drawing/2014/main" id="{865B6024-C8CD-96C8-E8E0-EC763063B4E4}"/>
              </a:ext>
            </a:extLst>
          </p:cNvPr>
          <p:cNvSpPr/>
          <p:nvPr/>
        </p:nvSpPr>
        <p:spPr bwMode="auto">
          <a:xfrm>
            <a:off x="130564" y="2727858"/>
            <a:ext cx="797795" cy="818826"/>
          </a:xfrm>
          <a:prstGeom prst="wedgeEllipseCallout">
            <a:avLst>
              <a:gd name="adj1" fmla="val 39011"/>
              <a:gd name="adj2" fmla="val 575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0FE0870F-E94B-1986-38A2-A27D3F4D1367}"/>
              </a:ext>
            </a:extLst>
          </p:cNvPr>
          <p:cNvSpPr/>
          <p:nvPr/>
        </p:nvSpPr>
        <p:spPr bwMode="auto">
          <a:xfrm>
            <a:off x="1042106" y="2352503"/>
            <a:ext cx="797795" cy="818826"/>
          </a:xfrm>
          <a:prstGeom prst="wedgeEllipseCallout">
            <a:avLst>
              <a:gd name="adj1" fmla="val 467"/>
              <a:gd name="adj2" fmla="val 6348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CADF924-589D-9769-DB13-4B756B3A1BA0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8CB23524-7AD8-BD06-53B7-11568A131C2E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375BD2D-699A-A676-08E0-507ECD88FC92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A3C1C6B5-2B71-B68C-21D7-1772605D4241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create and describe your tasks on the </a:t>
            </a:r>
            <a:r>
              <a:rPr lang="en-US" sz="1600" b="1" kern="0" dirty="0">
                <a:solidFill>
                  <a:schemeClr val="tx1"/>
                </a:solidFill>
              </a:rPr>
              <a:t>Access Point</a:t>
            </a:r>
            <a:r>
              <a:rPr lang="en-US" sz="1600" kern="0" dirty="0">
                <a:solidFill>
                  <a:schemeClr val="tx1"/>
                </a:solidFill>
              </a:rPr>
              <a:t>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0" name="Content Placeholder 2">
            <a:extLst>
              <a:ext uri="{FF2B5EF4-FFF2-40B4-BE49-F238E27FC236}">
                <a16:creationId xmlns:a16="http://schemas.microsoft.com/office/drawing/2014/main" id="{2E5E3E95-15BD-F20F-1927-440333016DB5}"/>
              </a:ext>
            </a:extLst>
          </p:cNvPr>
          <p:cNvSpPr txBox="1">
            <a:spLocks/>
          </p:cNvSpPr>
          <p:nvPr/>
        </p:nvSpPr>
        <p:spPr bwMode="auto">
          <a:xfrm>
            <a:off x="5844073" y="1028062"/>
            <a:ext cx="3090378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 schedules your tasks to run on </a:t>
            </a:r>
            <a:r>
              <a:rPr lang="en-US" sz="1600" b="1" dirty="0">
                <a:solidFill>
                  <a:schemeClr val="tx1"/>
                </a:solidFill>
              </a:rPr>
              <a:t>Execution Points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A826C315-C211-4400-0F08-0667EC239F63}"/>
              </a:ext>
            </a:extLst>
          </p:cNvPr>
          <p:cNvSpPr txBox="1">
            <a:spLocks/>
          </p:cNvSpPr>
          <p:nvPr/>
        </p:nvSpPr>
        <p:spPr bwMode="auto">
          <a:xfrm>
            <a:off x="3048000" y="4331093"/>
            <a:ext cx="3048000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Outputs are sent back to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</a:p>
        </p:txBody>
      </p:sp>
      <p:pic>
        <p:nvPicPr>
          <p:cNvPr id="5" name="Graphic 4" descr="Mathematics with solid fill">
            <a:extLst>
              <a:ext uri="{FF2B5EF4-FFF2-40B4-BE49-F238E27FC236}">
                <a16:creationId xmlns:a16="http://schemas.microsoft.com/office/drawing/2014/main" id="{9116CE9B-BFA7-75C8-51C2-281A35769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1241" y="2818601"/>
            <a:ext cx="674900" cy="6749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FD659A97-FEB1-CA7F-2069-401C3B5683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11620" y="2461417"/>
            <a:ext cx="629468" cy="629468"/>
          </a:xfrm>
          <a:prstGeom prst="rect">
            <a:avLst/>
          </a:prstGeom>
        </p:spPr>
      </p:pic>
      <p:pic>
        <p:nvPicPr>
          <p:cNvPr id="11" name="Graphic 10" descr="Petri Dish with solid fill">
            <a:extLst>
              <a:ext uri="{FF2B5EF4-FFF2-40B4-BE49-F238E27FC236}">
                <a16:creationId xmlns:a16="http://schemas.microsoft.com/office/drawing/2014/main" id="{BA33E6CB-20E3-ED25-0150-51B9F88548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55473" y="2703714"/>
            <a:ext cx="711058" cy="711058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2EC835B3-DEC6-8108-E36C-7D843B395585}"/>
              </a:ext>
            </a:extLst>
          </p:cNvPr>
          <p:cNvGrpSpPr/>
          <p:nvPr/>
        </p:nvGrpSpPr>
        <p:grpSpPr>
          <a:xfrm>
            <a:off x="7040716" y="2572674"/>
            <a:ext cx="946104" cy="2101844"/>
            <a:chOff x="6857565" y="2289794"/>
            <a:chExt cx="1123302" cy="2495503"/>
          </a:xfrm>
        </p:grpSpPr>
        <p:sp>
          <p:nvSpPr>
            <p:cNvPr id="97" name="Rectangle: Rounded Corners 96">
              <a:extLst>
                <a:ext uri="{FF2B5EF4-FFF2-40B4-BE49-F238E27FC236}">
                  <a16:creationId xmlns:a16="http://schemas.microsoft.com/office/drawing/2014/main" id="{A07B014C-45C2-34A3-6D45-94ACDC5F1223}"/>
                </a:ext>
              </a:extLst>
            </p:cNvPr>
            <p:cNvSpPr/>
            <p:nvPr/>
          </p:nvSpPr>
          <p:spPr bwMode="auto">
            <a:xfrm>
              <a:off x="7301509" y="2289794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0" name="Rectangle: Rounded Corners 99">
              <a:extLst>
                <a:ext uri="{FF2B5EF4-FFF2-40B4-BE49-F238E27FC236}">
                  <a16:creationId xmlns:a16="http://schemas.microsoft.com/office/drawing/2014/main" id="{6040BB42-E2EE-CBE5-575F-6D1BD9C8E9A8}"/>
                </a:ext>
              </a:extLst>
            </p:cNvPr>
            <p:cNvSpPr/>
            <p:nvPr/>
          </p:nvSpPr>
          <p:spPr bwMode="auto">
            <a:xfrm>
              <a:off x="7284651" y="3252259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2" name="Rectangle: Rounded Corners 101">
              <a:extLst>
                <a:ext uri="{FF2B5EF4-FFF2-40B4-BE49-F238E27FC236}">
                  <a16:creationId xmlns:a16="http://schemas.microsoft.com/office/drawing/2014/main" id="{310EFAD4-DBA9-EDD0-FC06-C8094E899389}"/>
                </a:ext>
              </a:extLst>
            </p:cNvPr>
            <p:cNvSpPr/>
            <p:nvPr/>
          </p:nvSpPr>
          <p:spPr bwMode="auto">
            <a:xfrm>
              <a:off x="6884454" y="4059708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34" name="Graphic 33" descr="Mathematics with solid fill">
              <a:extLst>
                <a:ext uri="{FF2B5EF4-FFF2-40B4-BE49-F238E27FC236}">
                  <a16:creationId xmlns:a16="http://schemas.microsoft.com/office/drawing/2014/main" id="{F8F0C2DE-1373-D9EC-38AC-B04BAF57DF7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305967" y="2324252"/>
              <a:ext cx="674900" cy="674900"/>
            </a:xfrm>
            <a:prstGeom prst="rect">
              <a:avLst/>
            </a:prstGeom>
          </p:spPr>
        </p:pic>
        <p:pic>
          <p:nvPicPr>
            <p:cNvPr id="36" name="Graphic 35" descr="Bar chart with solid fill">
              <a:extLst>
                <a:ext uri="{FF2B5EF4-FFF2-40B4-BE49-F238E27FC236}">
                  <a16:creationId xmlns:a16="http://schemas.microsoft.com/office/drawing/2014/main" id="{6D105330-3DF8-CF57-F2B7-F38DF1A48E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309974" y="3305681"/>
              <a:ext cx="629468" cy="629468"/>
            </a:xfrm>
            <a:prstGeom prst="rect">
              <a:avLst/>
            </a:prstGeom>
          </p:spPr>
        </p:pic>
        <p:pic>
          <p:nvPicPr>
            <p:cNvPr id="38" name="Graphic 37" descr="Petri Dish with solid fill">
              <a:extLst>
                <a:ext uri="{FF2B5EF4-FFF2-40B4-BE49-F238E27FC236}">
                  <a16:creationId xmlns:a16="http://schemas.microsoft.com/office/drawing/2014/main" id="{1D7F0515-A576-00FB-2947-DB7261B9028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857565" y="4074239"/>
              <a:ext cx="711058" cy="711058"/>
            </a:xfrm>
            <a:prstGeom prst="rect">
              <a:avLst/>
            </a:prstGeom>
          </p:spPr>
        </p:pic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456FEAD9-59D2-78FA-4739-FCA54BC7BB0D}"/>
              </a:ext>
            </a:extLst>
          </p:cNvPr>
          <p:cNvSpPr txBox="1"/>
          <p:nvPr/>
        </p:nvSpPr>
        <p:spPr>
          <a:xfrm>
            <a:off x="7421759" y="2143617"/>
            <a:ext cx="1666657" cy="31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rial"/>
              </a:rPr>
              <a:t>Execution Points</a:t>
            </a:r>
            <a:endParaRPr lang="en-US" sz="10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6DD79D-DBE7-AFD0-EF60-0E4849ED6D6B}"/>
              </a:ext>
            </a:extLst>
          </p:cNvPr>
          <p:cNvSpPr/>
          <p:nvPr/>
        </p:nvSpPr>
        <p:spPr bwMode="auto">
          <a:xfrm>
            <a:off x="86722" y="952632"/>
            <a:ext cx="9001694" cy="385762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AF97640-BBCA-7C5A-E7AE-6CD208562689}"/>
              </a:ext>
            </a:extLst>
          </p:cNvPr>
          <p:cNvSpPr txBox="1">
            <a:spLocks/>
          </p:cNvSpPr>
          <p:nvPr/>
        </p:nvSpPr>
        <p:spPr bwMode="auto">
          <a:xfrm>
            <a:off x="2850660" y="1005894"/>
            <a:ext cx="2481218" cy="11277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From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  <a:r>
              <a:rPr lang="en-US" sz="1600" dirty="0">
                <a:solidFill>
                  <a:schemeClr val="tx1"/>
                </a:solidFill>
              </a:rPr>
              <a:t>, you submit tasks to </a:t>
            </a:r>
            <a:r>
              <a:rPr lang="en-US" sz="1600" b="1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9F9361-B75B-0C2E-BC16-37D67FD1B6AC}"/>
              </a:ext>
            </a:extLst>
          </p:cNvPr>
          <p:cNvCxnSpPr>
            <a:cxnSpLocks/>
          </p:cNvCxnSpPr>
          <p:nvPr/>
        </p:nvCxnSpPr>
        <p:spPr>
          <a:xfrm flipH="1">
            <a:off x="4893290" y="2960166"/>
            <a:ext cx="1073713" cy="31400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99308A-A08C-5ED9-597A-A2C8870E9999}"/>
              </a:ext>
            </a:extLst>
          </p:cNvPr>
          <p:cNvGrpSpPr/>
          <p:nvPr/>
        </p:nvGrpSpPr>
        <p:grpSpPr>
          <a:xfrm>
            <a:off x="2904417" y="2361593"/>
            <a:ext cx="1961657" cy="1691839"/>
            <a:chOff x="2904417" y="2380974"/>
            <a:chExt cx="1939185" cy="167245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563A709-E6F0-A70C-D88C-BDE7053D0C06}"/>
                </a:ext>
              </a:extLst>
            </p:cNvPr>
            <p:cNvSpPr/>
            <p:nvPr/>
          </p:nvSpPr>
          <p:spPr>
            <a:xfrm>
              <a:off x="2904417" y="2380974"/>
              <a:ext cx="1936474" cy="167245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cs typeface="Arial"/>
                </a:rPr>
                <a:t>Access Point</a:t>
              </a:r>
            </a:p>
            <a:p>
              <a:pPr algn="ctr"/>
              <a:endParaRPr lang="en-US" dirty="0">
                <a:cs typeface="Arial"/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33896BE6-6FD6-5C57-F478-853685A17F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33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24218" y="2776113"/>
              <a:ext cx="1919384" cy="1277318"/>
            </a:xfrm>
            <a:prstGeom prst="rect">
              <a:avLst/>
            </a:prstGeom>
          </p:spPr>
        </p:pic>
      </p:grpSp>
      <p:pic>
        <p:nvPicPr>
          <p:cNvPr id="28" name="Picture 27" descr="HTCondor_red_blk_notag.jpg">
            <a:extLst>
              <a:ext uri="{FF2B5EF4-FFF2-40B4-BE49-F238E27FC236}">
                <a16:creationId xmlns:a16="http://schemas.microsoft.com/office/drawing/2014/main" id="{CA5B8BFD-0F5D-5852-1093-5453CC5C5ED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59" y="2367763"/>
            <a:ext cx="1965768" cy="464616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2B56B391-E728-AD42-7BCF-A712D4461BBA}"/>
              </a:ext>
            </a:extLst>
          </p:cNvPr>
          <p:cNvSpPr/>
          <p:nvPr/>
        </p:nvSpPr>
        <p:spPr bwMode="auto">
          <a:xfrm>
            <a:off x="2924447" y="4810256"/>
            <a:ext cx="5686154" cy="33324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4256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1929939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Submitting and monitoring</a:t>
            </a:r>
            <a:br>
              <a:rPr lang="en-US" cap="none" dirty="0"/>
            </a:br>
            <a:r>
              <a:rPr lang="en-US" cap="none" dirty="0" err="1"/>
              <a:t>HTCondor</a:t>
            </a:r>
            <a:r>
              <a:rPr lang="en-US" cap="none" dirty="0"/>
              <a:t> jobs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6F6E9-7C80-7996-DB34-B473619D52FA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FEAD22-93D8-B721-521A-A32AE2BBACB2}"/>
              </a:ext>
            </a:extLst>
          </p:cNvPr>
          <p:cNvSpPr/>
          <p:nvPr/>
        </p:nvSpPr>
        <p:spPr bwMode="auto">
          <a:xfrm>
            <a:off x="304800" y="759490"/>
            <a:ext cx="8839200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8170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Submitting and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95350"/>
            <a:ext cx="8305800" cy="1943100"/>
          </a:xfrm>
        </p:spPr>
        <p:txBody>
          <a:bodyPr>
            <a:normAutofit/>
          </a:bodyPr>
          <a:lstStyle/>
          <a:p>
            <a:r>
              <a:rPr lang="en-US" sz="2000" dirty="0"/>
              <a:t>Submit jobs on the Access Point</a:t>
            </a:r>
          </a:p>
          <a:p>
            <a:r>
              <a:rPr lang="en-US" sz="2000" dirty="0"/>
              <a:t>To submit jobs:  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condor_submit</a:t>
            </a:r>
            <a:r>
              <a:rPr lang="en-US" sz="1800" dirty="0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800" i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submit_file</a:t>
            </a:r>
            <a:endParaRPr lang="en-US" sz="1800" i="1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sz="2000" dirty="0"/>
              <a:t>To monitor submitted jobs:  </a:t>
            </a:r>
            <a:r>
              <a:rPr lang="en-US" sz="1800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endParaRPr lang="en-US" sz="1800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2135684"/>
            <a:ext cx="8382000" cy="769441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</a:t>
            </a:r>
            <a:r>
              <a:rPr lang="en-US" sz="1600" b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condor_submit</a:t>
            </a:r>
            <a:r>
              <a:rPr lang="en-US" sz="1600" b="1" dirty="0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1600" b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least_squares.sub</a:t>
            </a:r>
            <a:endParaRPr lang="en-US" sz="1600" b="1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Submitting job(s).</a:t>
            </a:r>
          </a:p>
          <a:p>
            <a:r>
              <a:rPr lang="en-US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 job(s) submitted to cluster 128.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000" y="2928806"/>
            <a:ext cx="8382000" cy="1415772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</a:t>
            </a:r>
            <a:r>
              <a:rPr lang="en-US" sz="1600" b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endParaRPr lang="en-US" sz="1600" b="1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de-DE" dirty="0" err="1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Schedd</a:t>
            </a:r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ap40.uw.osg-htc.org : &lt;128.105.68.62:9618&gt; @ 08/01/24 10:35:54</a:t>
            </a:r>
          </a:p>
          <a:p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OWNER  BATCH_NAME             SUBMITTED   DONE   RUN    IDLE  TOTAL JOB_IDS</a:t>
            </a:r>
          </a:p>
          <a:p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alice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ID:128             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8/1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1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:05      _      _      1      1 128.0</a:t>
            </a:r>
          </a:p>
          <a:p>
            <a:endParaRPr lang="sk-SK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sk-SK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 jobs; 0 completed, 0 removed, 1 idle, 0 running, 0 held, 0 suspended</a:t>
            </a:r>
            <a:endParaRPr lang="en-US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354919" y="4706972"/>
            <a:ext cx="2432030" cy="415498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condor_submit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  <a:p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3"/>
              </a:rPr>
              <a:t>HTCondor</a:t>
            </a:r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3"/>
              </a:rPr>
              <a:t>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3"/>
              </a:rPr>
              <a:t>condor_q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737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74416"/>
            <a:ext cx="8229600" cy="1697334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By default, </a:t>
            </a:r>
            <a:r>
              <a:rPr lang="en-US" sz="2400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r>
              <a:rPr lang="en-US" sz="2400" dirty="0">
                <a:solidFill>
                  <a:schemeClr val="tx1"/>
                </a:solidFill>
              </a:rPr>
              <a:t> …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Only shows </a:t>
            </a:r>
            <a:r>
              <a:rPr lang="en-US" sz="2000" u="sng" dirty="0">
                <a:solidFill>
                  <a:schemeClr val="tx1"/>
                </a:solidFill>
              </a:rPr>
              <a:t>your jobs</a:t>
            </a:r>
            <a:r>
              <a:rPr lang="en-US" sz="2000" dirty="0">
                <a:solidFill>
                  <a:schemeClr val="tx1"/>
                </a:solidFill>
              </a:rPr>
              <a:t> and not anyone else’s</a:t>
            </a:r>
          </a:p>
          <a:p>
            <a:pPr lvl="1"/>
            <a:r>
              <a:rPr lang="en-US" sz="2000" u="sng" dirty="0">
                <a:solidFill>
                  <a:schemeClr val="tx1"/>
                </a:solidFill>
              </a:rPr>
              <a:t>Groups</a:t>
            </a:r>
            <a:r>
              <a:rPr lang="en-US" sz="2000" dirty="0">
                <a:solidFill>
                  <a:schemeClr val="tx1"/>
                </a:solidFill>
              </a:rPr>
              <a:t> jobs that were submitted together (“batch” or “cluster”)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Only shows </a:t>
            </a:r>
            <a:r>
              <a:rPr lang="en-US" sz="2000" u="sng" dirty="0">
                <a:solidFill>
                  <a:schemeClr val="tx1"/>
                </a:solidFill>
              </a:rPr>
              <a:t>active</a:t>
            </a:r>
            <a:r>
              <a:rPr lang="en-US" sz="2000" dirty="0">
                <a:solidFill>
                  <a:schemeClr val="tx1"/>
                </a:solidFill>
              </a:rPr>
              <a:t> batches</a:t>
            </a:r>
          </a:p>
          <a:p>
            <a:pPr lvl="1"/>
            <a:r>
              <a:rPr lang="en-US" sz="2000" dirty="0">
                <a:solidFill>
                  <a:schemeClr val="tx1"/>
                </a:solidFill>
              </a:rPr>
              <a:t>Can limit </a:t>
            </a:r>
            <a:r>
              <a:rPr lang="en-US" sz="2000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by </a:t>
            </a: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username</a:t>
            </a:r>
            <a:r>
              <a:rPr lang="en-US" sz="2000" dirty="0">
                <a:solidFill>
                  <a:schemeClr val="tx1"/>
                </a:solidFill>
              </a:rPr>
              <a:t>, </a:t>
            </a: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ClusterId</a:t>
            </a:r>
            <a:r>
              <a:rPr lang="en-US" sz="2000" dirty="0">
                <a:solidFill>
                  <a:srgbClr val="CB3A46"/>
                </a:solidFill>
              </a:rPr>
              <a:t> </a:t>
            </a:r>
            <a:r>
              <a:rPr lang="en-US" sz="2000" dirty="0">
                <a:solidFill>
                  <a:srgbClr val="000000"/>
                </a:solidFill>
              </a:rPr>
              <a:t>or full </a:t>
            </a: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JobId</a:t>
            </a:r>
            <a:r>
              <a:rPr lang="en-US" sz="2000" dirty="0">
                <a:solidFill>
                  <a:srgbClr val="000000"/>
                </a:solidFill>
              </a:rPr>
              <a:t>.</a:t>
            </a:r>
            <a:endParaRPr lang="en-US" sz="2000" dirty="0">
              <a:solidFill>
                <a:srgbClr val="000000"/>
              </a:solidFill>
              <a:cs typeface="Arial"/>
            </a:endParaRPr>
          </a:p>
          <a:p>
            <a:pPr lvl="1"/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3399" y="3060632"/>
            <a:ext cx="8191501" cy="1415772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$ </a:t>
            </a:r>
            <a:r>
              <a:rPr lang="en-US" sz="1600" b="1" dirty="0" err="1">
                <a:solidFill>
                  <a:srgbClr val="FF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condor_q</a:t>
            </a:r>
            <a:endParaRPr lang="en-US" sz="1600" b="1" dirty="0">
              <a:solidFill>
                <a:srgbClr val="FF00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-- </a:t>
            </a:r>
            <a:r>
              <a:rPr lang="de-DE" dirty="0" err="1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Schedd</a:t>
            </a:r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 ap40.uw.osg-htc.org : &lt;128.105.68.62:9618&gt; @ 08/01/24 10:35:54</a:t>
            </a:r>
          </a:p>
          <a:p>
            <a:r>
              <a:rPr lang="de-DE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OWNER  BATCH_NAME             SUBMITTED   DONE   RUN    IDLE  TOTAL JOB_IDS</a:t>
            </a:r>
          </a:p>
          <a:p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alice  </a:t>
            </a:r>
            <a:r>
              <a:rPr lang="en-US" b="1" dirty="0" err="1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least_squares_list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8/1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:0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9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  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    1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0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12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9</a:t>
            </a:r>
            <a:r>
              <a:rPr lang="sk-SK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.0</a:t>
            </a:r>
            <a:r>
              <a:rPr lang="en-US" b="1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-9</a:t>
            </a:r>
            <a:endParaRPr lang="sk-SK" b="1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endParaRPr lang="sk-SK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r>
              <a:rPr lang="en-US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10</a:t>
            </a:r>
            <a:r>
              <a:rPr lang="sk-SK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jobs; </a:t>
            </a:r>
            <a:r>
              <a:rPr lang="en-US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sk-SK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completed, 0 removed, </a:t>
            </a:r>
            <a:r>
              <a:rPr lang="en-US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3</a:t>
            </a:r>
            <a:r>
              <a:rPr lang="sk-SK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idle, </a:t>
            </a:r>
            <a:r>
              <a:rPr lang="en-US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4</a:t>
            </a:r>
            <a:r>
              <a:rPr lang="sk-SK" dirty="0">
                <a:solidFill>
                  <a:schemeClr val="bg1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running, 0 held, 0 suspended</a:t>
            </a:r>
            <a:endParaRPr lang="en-US" dirty="0">
              <a:solidFill>
                <a:schemeClr val="bg1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876800" y="4540404"/>
            <a:ext cx="4038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JobId</a:t>
            </a:r>
            <a:r>
              <a:rPr lang="en-US" sz="2000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= </a:t>
            </a:r>
            <a:r>
              <a:rPr lang="en-US" sz="2000" dirty="0" err="1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ClusterID.ProcID</a:t>
            </a:r>
            <a:endParaRPr lang="en-US" sz="2000" dirty="0">
              <a:solidFill>
                <a:srgbClr val="0432FF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8102999" y="4115522"/>
            <a:ext cx="0" cy="530265"/>
          </a:xfrm>
          <a:prstGeom prst="straightConnector1">
            <a:avLst/>
          </a:prstGeom>
          <a:ln>
            <a:tailEnd type="arrow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4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uiExpand="1" animBg="1"/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1047750"/>
            <a:ext cx="8191501" cy="3660994"/>
          </a:xfrm>
        </p:spPr>
        <p:txBody>
          <a:bodyPr/>
          <a:lstStyle/>
          <a:p>
            <a:r>
              <a:rPr lang="en-US" sz="2000" dirty="0"/>
              <a:t>To see individual job details, use:</a:t>
            </a:r>
          </a:p>
          <a:p>
            <a:pPr marL="0" indent="0">
              <a:buNone/>
            </a:pPr>
            <a:r>
              <a:rPr lang="en-US" sz="2000" dirty="0">
                <a:latin typeface="Courier"/>
                <a:cs typeface="Courier"/>
              </a:rPr>
              <a:t>  </a:t>
            </a:r>
            <a:r>
              <a:rPr lang="en-US" sz="20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mr-IN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ourier"/>
              </a:rPr>
              <a:t>–</a:t>
            </a:r>
            <a:r>
              <a:rPr lang="en-US" sz="20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sz="20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CB3A4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2000" b="1" dirty="0">
              <a:solidFill>
                <a:srgbClr val="CB3A46"/>
              </a:solidFill>
              <a:latin typeface="Courier"/>
              <a:cs typeface="Courier"/>
            </a:endParaRP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We will use the </a:t>
            </a:r>
            <a:r>
              <a:rPr lang="en-US" sz="2000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0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r>
              <a:rPr lang="en-US" sz="2000" b="1" dirty="0">
                <a:solidFill>
                  <a:srgbClr val="FF0000"/>
                </a:solidFill>
                <a:latin typeface="Courier"/>
                <a:cs typeface="Courier"/>
              </a:rPr>
              <a:t> </a:t>
            </a:r>
            <a:r>
              <a:rPr lang="en-US" sz="2000" dirty="0"/>
              <a:t>option in the following slides to see extra detail about what is happening with a job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399" y="1885950"/>
            <a:ext cx="8191501" cy="184665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sz="1600" b="1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sz="1600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sz="1600" b="1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sz="1600" b="1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de-DE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de-DE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de-DE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ap40.uw.osg-htc.org : &lt;128.105.68.62:9618&gt;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129.0        </a:t>
            </a:r>
            <a:r>
              <a:rPr lang="en-US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10:09   0+00:00:00 I  0   0.0 least_squares.py</a:t>
            </a:r>
          </a:p>
          <a:p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129.1       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10:09   0+00:00:00 R  0   0.0 least_squares.py</a:t>
            </a:r>
          </a:p>
          <a:p>
            <a:r>
              <a:rPr lang="en-US" dirty="0">
                <a:solidFill>
                  <a:schemeClr val="bg2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...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7 jobs; 0 completed, 0 removed, 3 idle, 4 running, 0 held, 0 suspended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8580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DD893-0250-4FA8-C5B3-2D19D3597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95785-254B-C56F-F0AD-A16402B564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HTCondor</a:t>
            </a:r>
            <a:r>
              <a:rPr lang="en-US" dirty="0"/>
              <a:t> — How It Works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A0AB49-883B-3499-86E6-978F19C85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21" name="Graphic 20" descr="Meeting with solid fill">
            <a:extLst>
              <a:ext uri="{FF2B5EF4-FFF2-40B4-BE49-F238E27FC236}">
                <a16:creationId xmlns:a16="http://schemas.microsoft.com/office/drawing/2014/main" id="{10756562-4DF2-906F-A769-FD7A2A92CB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553" y="3181136"/>
            <a:ext cx="1354960" cy="1354960"/>
          </a:xfrm>
          <a:prstGeom prst="rect">
            <a:avLst/>
          </a:prstGeom>
        </p:spPr>
      </p:pic>
      <p:sp>
        <p:nvSpPr>
          <p:cNvPr id="52" name="Speech Bubble: Oval 51">
            <a:extLst>
              <a:ext uri="{FF2B5EF4-FFF2-40B4-BE49-F238E27FC236}">
                <a16:creationId xmlns:a16="http://schemas.microsoft.com/office/drawing/2014/main" id="{AC836CCE-4C20-1CDF-5483-C6D5EECAB15E}"/>
              </a:ext>
            </a:extLst>
          </p:cNvPr>
          <p:cNvSpPr/>
          <p:nvPr/>
        </p:nvSpPr>
        <p:spPr bwMode="auto">
          <a:xfrm>
            <a:off x="2015529" y="2640817"/>
            <a:ext cx="797795" cy="818826"/>
          </a:xfrm>
          <a:prstGeom prst="wedgeEllipseCallout">
            <a:avLst>
              <a:gd name="adj1" fmla="val -52276"/>
              <a:gd name="adj2" fmla="val 52617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8" name="Speech Bubble: Oval 57">
            <a:extLst>
              <a:ext uri="{FF2B5EF4-FFF2-40B4-BE49-F238E27FC236}">
                <a16:creationId xmlns:a16="http://schemas.microsoft.com/office/drawing/2014/main" id="{6B9FF778-DBB5-3FB4-7A92-000624FE0329}"/>
              </a:ext>
            </a:extLst>
          </p:cNvPr>
          <p:cNvSpPr/>
          <p:nvPr/>
        </p:nvSpPr>
        <p:spPr bwMode="auto">
          <a:xfrm>
            <a:off x="130564" y="2727858"/>
            <a:ext cx="797795" cy="818826"/>
          </a:xfrm>
          <a:prstGeom prst="wedgeEllipseCallout">
            <a:avLst>
              <a:gd name="adj1" fmla="val 39011"/>
              <a:gd name="adj2" fmla="val 57559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4" name="Speech Bubble: Oval 53">
            <a:extLst>
              <a:ext uri="{FF2B5EF4-FFF2-40B4-BE49-F238E27FC236}">
                <a16:creationId xmlns:a16="http://schemas.microsoft.com/office/drawing/2014/main" id="{E4C2401A-6807-C2B5-8DBC-AB83D97AC268}"/>
              </a:ext>
            </a:extLst>
          </p:cNvPr>
          <p:cNvSpPr/>
          <p:nvPr/>
        </p:nvSpPr>
        <p:spPr bwMode="auto">
          <a:xfrm>
            <a:off x="1042106" y="2352503"/>
            <a:ext cx="797795" cy="818826"/>
          </a:xfrm>
          <a:prstGeom prst="wedgeEllipseCallout">
            <a:avLst>
              <a:gd name="adj1" fmla="val 467"/>
              <a:gd name="adj2" fmla="val 63488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4FD7A62-FF7F-54A1-AD9C-F321223E63EA}"/>
              </a:ext>
            </a:extLst>
          </p:cNvPr>
          <p:cNvCxnSpPr>
            <a:cxnSpLocks/>
          </p:cNvCxnSpPr>
          <p:nvPr/>
        </p:nvCxnSpPr>
        <p:spPr>
          <a:xfrm flipH="1">
            <a:off x="2148164" y="3786602"/>
            <a:ext cx="599814" cy="110472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665D5A9-A736-590D-BF63-CC8A0C65F25C}"/>
              </a:ext>
            </a:extLst>
          </p:cNvPr>
          <p:cNvCxnSpPr>
            <a:cxnSpLocks/>
          </p:cNvCxnSpPr>
          <p:nvPr/>
        </p:nvCxnSpPr>
        <p:spPr>
          <a:xfrm>
            <a:off x="3589921" y="4158606"/>
            <a:ext cx="3293855" cy="641994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01A1AC8C-4618-480E-D836-F256306E3A17}"/>
              </a:ext>
            </a:extLst>
          </p:cNvPr>
          <p:cNvCxnSpPr>
            <a:cxnSpLocks/>
          </p:cNvCxnSpPr>
          <p:nvPr/>
        </p:nvCxnSpPr>
        <p:spPr>
          <a:xfrm flipV="1">
            <a:off x="2151367" y="3983078"/>
            <a:ext cx="580912" cy="100691"/>
          </a:xfrm>
          <a:prstGeom prst="straightConnector1">
            <a:avLst/>
          </a:prstGeom>
          <a:ln>
            <a:headEnd type="arrow"/>
            <a:tailEnd type="none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5" name="Content Placeholder 2">
            <a:extLst>
              <a:ext uri="{FF2B5EF4-FFF2-40B4-BE49-F238E27FC236}">
                <a16:creationId xmlns:a16="http://schemas.microsoft.com/office/drawing/2014/main" id="{190DC2B1-CBD8-B6CF-8CDB-BEC702249F41}"/>
              </a:ext>
            </a:extLst>
          </p:cNvPr>
          <p:cNvSpPr txBox="1">
            <a:spLocks/>
          </p:cNvSpPr>
          <p:nvPr/>
        </p:nvSpPr>
        <p:spPr bwMode="auto">
          <a:xfrm>
            <a:off x="349509" y="950057"/>
            <a:ext cx="2085395" cy="1225498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 defTabSz="914400">
              <a:buFont typeface="+mj-lt"/>
              <a:buAutoNum type="arabicPeriod"/>
            </a:pPr>
            <a:r>
              <a:rPr lang="en-US" sz="1600" kern="0" dirty="0">
                <a:solidFill>
                  <a:schemeClr val="tx1"/>
                </a:solidFill>
              </a:rPr>
              <a:t>You create and describe your tasks on the </a:t>
            </a:r>
            <a:r>
              <a:rPr lang="en-US" sz="1600" b="1" kern="0" dirty="0">
                <a:solidFill>
                  <a:schemeClr val="tx1"/>
                </a:solidFill>
              </a:rPr>
              <a:t>Access Point</a:t>
            </a:r>
            <a:r>
              <a:rPr lang="en-US" sz="1600" kern="0" dirty="0">
                <a:solidFill>
                  <a:schemeClr val="tx1"/>
                </a:solidFill>
              </a:rPr>
              <a:t>.</a:t>
            </a:r>
            <a:endParaRPr lang="en-US" sz="1600" b="1" kern="0" dirty="0">
              <a:solidFill>
                <a:schemeClr val="tx1"/>
              </a:solidFill>
            </a:endParaRPr>
          </a:p>
        </p:txBody>
      </p:sp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1D98057B-B49B-E53C-8F59-DC7F3AE2A0CA}"/>
              </a:ext>
            </a:extLst>
          </p:cNvPr>
          <p:cNvSpPr txBox="1">
            <a:spLocks/>
          </p:cNvSpPr>
          <p:nvPr/>
        </p:nvSpPr>
        <p:spPr bwMode="auto">
          <a:xfrm>
            <a:off x="3048000" y="4331093"/>
            <a:ext cx="3048000" cy="686851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4"/>
            </a:pPr>
            <a:r>
              <a:rPr lang="en-US" sz="1600" dirty="0">
                <a:solidFill>
                  <a:schemeClr val="tx1"/>
                </a:solidFill>
              </a:rPr>
              <a:t>Outputs are sent back to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</a:p>
        </p:txBody>
      </p:sp>
      <p:pic>
        <p:nvPicPr>
          <p:cNvPr id="5" name="Graphic 4" descr="Mathematics with solid fill">
            <a:extLst>
              <a:ext uri="{FF2B5EF4-FFF2-40B4-BE49-F238E27FC236}">
                <a16:creationId xmlns:a16="http://schemas.microsoft.com/office/drawing/2014/main" id="{720FF6B3-7E09-2BE6-6B05-68ED191BF2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241" y="2818601"/>
            <a:ext cx="674900" cy="674900"/>
          </a:xfrm>
          <a:prstGeom prst="rect">
            <a:avLst/>
          </a:prstGeom>
        </p:spPr>
      </p:pic>
      <p:pic>
        <p:nvPicPr>
          <p:cNvPr id="9" name="Graphic 8" descr="Bar chart with solid fill">
            <a:extLst>
              <a:ext uri="{FF2B5EF4-FFF2-40B4-BE49-F238E27FC236}">
                <a16:creationId xmlns:a16="http://schemas.microsoft.com/office/drawing/2014/main" id="{F1FB228C-C05F-94A0-8EC0-555B67FF22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620" y="2461417"/>
            <a:ext cx="629468" cy="629468"/>
          </a:xfrm>
          <a:prstGeom prst="rect">
            <a:avLst/>
          </a:prstGeom>
        </p:spPr>
      </p:pic>
      <p:pic>
        <p:nvPicPr>
          <p:cNvPr id="11" name="Graphic 10" descr="Petri Dish with solid fill">
            <a:extLst>
              <a:ext uri="{FF2B5EF4-FFF2-40B4-BE49-F238E27FC236}">
                <a16:creationId xmlns:a16="http://schemas.microsoft.com/office/drawing/2014/main" id="{D89345B9-CF10-8F31-3107-EFDBF29E6C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5473" y="2703714"/>
            <a:ext cx="711058" cy="711058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319E021-C8C3-BE1C-3638-54A1ED219DBE}"/>
              </a:ext>
            </a:extLst>
          </p:cNvPr>
          <p:cNvSpPr txBox="1">
            <a:spLocks/>
          </p:cNvSpPr>
          <p:nvPr/>
        </p:nvSpPr>
        <p:spPr bwMode="auto">
          <a:xfrm>
            <a:off x="2850660" y="1005894"/>
            <a:ext cx="2481218" cy="1127756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2"/>
            </a:pPr>
            <a:r>
              <a:rPr lang="en-US" sz="1600" dirty="0">
                <a:solidFill>
                  <a:schemeClr val="tx1"/>
                </a:solidFill>
              </a:rPr>
              <a:t>From the </a:t>
            </a:r>
            <a:r>
              <a:rPr lang="en-US" sz="1600" b="1" dirty="0">
                <a:solidFill>
                  <a:schemeClr val="tx1"/>
                </a:solidFill>
              </a:rPr>
              <a:t>Access Point</a:t>
            </a:r>
            <a:r>
              <a:rPr lang="en-US" sz="1600" dirty="0">
                <a:solidFill>
                  <a:schemeClr val="tx1"/>
                </a:solidFill>
              </a:rPr>
              <a:t>, you submit tasks to </a:t>
            </a:r>
            <a:r>
              <a:rPr lang="en-US" sz="1600" b="1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0BF05F-68F6-09EC-8A4C-ED003311E22A}"/>
              </a:ext>
            </a:extLst>
          </p:cNvPr>
          <p:cNvCxnSpPr>
            <a:cxnSpLocks/>
          </p:cNvCxnSpPr>
          <p:nvPr/>
        </p:nvCxnSpPr>
        <p:spPr>
          <a:xfrm flipH="1">
            <a:off x="4893290" y="2960166"/>
            <a:ext cx="1073713" cy="31400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3FD67E-A2D3-ACC6-F4C7-1229B241C35C}"/>
              </a:ext>
            </a:extLst>
          </p:cNvPr>
          <p:cNvGrpSpPr/>
          <p:nvPr/>
        </p:nvGrpSpPr>
        <p:grpSpPr>
          <a:xfrm>
            <a:off x="2904417" y="2361593"/>
            <a:ext cx="1961657" cy="1691839"/>
            <a:chOff x="2904417" y="2380974"/>
            <a:chExt cx="1939185" cy="1672458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7206E96-2980-C9F3-53B2-BA8CF37CD24C}"/>
                </a:ext>
              </a:extLst>
            </p:cNvPr>
            <p:cNvSpPr/>
            <p:nvPr/>
          </p:nvSpPr>
          <p:spPr>
            <a:xfrm>
              <a:off x="2904417" y="2380974"/>
              <a:ext cx="1936474" cy="1672458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cs typeface="Arial"/>
                </a:rPr>
                <a:t>Access Point</a:t>
              </a:r>
            </a:p>
            <a:p>
              <a:pPr algn="ctr"/>
              <a:endParaRPr lang="en-US" dirty="0">
                <a:cs typeface="Arial"/>
              </a:endParaRPr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003E378E-C0D2-2616-F5E1-4AEC560AE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3000"/>
                      </a14:imgEffect>
                      <a14:imgEffect>
                        <a14:brightnessContrast contrast="4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924218" y="2776113"/>
              <a:ext cx="1919384" cy="1277318"/>
            </a:xfrm>
            <a:prstGeom prst="rect">
              <a:avLst/>
            </a:prstGeom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83DE99F4-A3C4-18F9-A294-2789D1C9DA84}"/>
              </a:ext>
            </a:extLst>
          </p:cNvPr>
          <p:cNvSpPr/>
          <p:nvPr/>
        </p:nvSpPr>
        <p:spPr bwMode="auto">
          <a:xfrm>
            <a:off x="2924447" y="4810256"/>
            <a:ext cx="5686154" cy="33324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781B16-4BD2-C6AE-3C94-92B38DD019F4}"/>
              </a:ext>
            </a:extLst>
          </p:cNvPr>
          <p:cNvSpPr/>
          <p:nvPr/>
        </p:nvSpPr>
        <p:spPr bwMode="auto">
          <a:xfrm>
            <a:off x="86722" y="952632"/>
            <a:ext cx="9001694" cy="3857624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642316-FFFE-AF5C-4EAD-5FEF0E2C5F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60940" y="24504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198465-7ABC-7E21-17FC-6CA639B3B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708842" y="3372194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8178C9-1141-51C5-E365-270190EFDB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33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03140" y="4207521"/>
            <a:ext cx="1083286" cy="72090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27E32F-D971-5CF3-0B66-CAF1131F7333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309888" cy="49866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9AAE7F-F04D-C67F-F78E-F26D58D4A100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1246091" cy="579490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FEE272D-EC6B-C824-43BE-3C9CF738295D}"/>
              </a:ext>
            </a:extLst>
          </p:cNvPr>
          <p:cNvCxnSpPr>
            <a:cxnSpLocks/>
          </p:cNvCxnSpPr>
          <p:nvPr/>
        </p:nvCxnSpPr>
        <p:spPr>
          <a:xfrm>
            <a:off x="5967003" y="2960166"/>
            <a:ext cx="881193" cy="1155272"/>
          </a:xfrm>
          <a:prstGeom prst="straightConnector1">
            <a:avLst/>
          </a:prstGeom>
          <a:ln>
            <a:headEnd type="arrow"/>
            <a:tailEnd type="arrow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A823529-7CE3-5E43-9D14-BB4CC2608E6D}"/>
              </a:ext>
            </a:extLst>
          </p:cNvPr>
          <p:cNvSpPr txBox="1">
            <a:spLocks/>
          </p:cNvSpPr>
          <p:nvPr/>
        </p:nvSpPr>
        <p:spPr bwMode="auto">
          <a:xfrm>
            <a:off x="5844073" y="1028062"/>
            <a:ext cx="3090378" cy="1052425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19" tIns="45710" rIns="91419" bIns="45710" numCol="1" anchor="ctr" anchorCtr="0" compatLnSpc="1">
            <a:prstTxWarp prst="textNoShape">
              <a:avLst/>
            </a:prstTxWarp>
          </a:bodyPr>
          <a:lstStyle>
            <a:lvl1pPr marL="342821" indent="-34282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80"/>
              </a:buClr>
              <a:buFont typeface="Times" charset="0"/>
              <a:buChar char="•"/>
              <a:defRPr kumimoji="1" sz="3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777" indent="-28568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Symbol" charset="0"/>
              <a:buChar char=""/>
              <a:defRPr kumimoji="1" sz="2800">
                <a:solidFill>
                  <a:schemeClr val="tx2"/>
                </a:solidFill>
                <a:latin typeface="+mn-lt"/>
                <a:ea typeface="+mn-ea"/>
              </a:defRPr>
            </a:lvl2pPr>
            <a:lvl3pPr marL="1142735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§"/>
              <a:defRPr kumimoji="1" sz="2400">
                <a:solidFill>
                  <a:schemeClr val="tx2"/>
                </a:solidFill>
                <a:latin typeface="+mn-lt"/>
                <a:ea typeface="+mn-ea"/>
              </a:defRPr>
            </a:lvl3pPr>
            <a:lvl4pPr marL="1599829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4pPr>
            <a:lvl5pPr marL="2056922" indent="-228547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0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5pPr>
            <a:lvl6pPr marL="2514017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6pPr>
            <a:lvl7pPr marL="2971110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7pPr>
            <a:lvl8pPr marL="3428204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8pPr>
            <a:lvl9pPr marL="3885298" indent="-228547" algn="l" rtl="0" fontAlgn="base">
              <a:spcBef>
                <a:spcPct val="20000"/>
              </a:spcBef>
              <a:spcAft>
                <a:spcPct val="0"/>
              </a:spcAft>
              <a:buClr>
                <a:srgbClr val="3C0000"/>
              </a:buClr>
              <a:buFont typeface="Wingdings" charset="2"/>
              <a:buChar char=""/>
              <a:defRPr kumimoji="1" sz="2000">
                <a:solidFill>
                  <a:schemeClr val="tx2"/>
                </a:solidFill>
                <a:latin typeface="+mn-lt"/>
                <a:ea typeface="+mn-ea"/>
              </a:defRPr>
            </a:lvl9pPr>
          </a:lstStyle>
          <a:p>
            <a:pPr marL="342900" indent="-342900">
              <a:buFont typeface="+mj-lt"/>
              <a:buAutoNum type="arabicPeriod" startAt="3"/>
            </a:pPr>
            <a:r>
              <a:rPr lang="en-US" sz="1600" dirty="0" err="1">
                <a:solidFill>
                  <a:schemeClr val="tx1"/>
                </a:solidFill>
              </a:rPr>
              <a:t>HTCondor</a:t>
            </a:r>
            <a:r>
              <a:rPr lang="en-US" sz="1600" dirty="0">
                <a:solidFill>
                  <a:schemeClr val="tx1"/>
                </a:solidFill>
              </a:rPr>
              <a:t> schedules your tasks to run on </a:t>
            </a:r>
            <a:r>
              <a:rPr lang="en-US" sz="1600" b="1" dirty="0">
                <a:solidFill>
                  <a:schemeClr val="tx1"/>
                </a:solidFill>
              </a:rPr>
              <a:t>Execution Points</a:t>
            </a:r>
            <a:endParaRPr lang="en-US" sz="1600" dirty="0">
              <a:solidFill>
                <a:schemeClr val="tx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DEFDA8-21F7-67F1-12E8-7F30FFD1B412}"/>
              </a:ext>
            </a:extLst>
          </p:cNvPr>
          <p:cNvGrpSpPr/>
          <p:nvPr/>
        </p:nvGrpSpPr>
        <p:grpSpPr>
          <a:xfrm>
            <a:off x="7040716" y="2572674"/>
            <a:ext cx="946104" cy="2101844"/>
            <a:chOff x="6857565" y="2289794"/>
            <a:chExt cx="1123302" cy="2495503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1617E5B-9F2D-B836-956A-2D9221808427}"/>
                </a:ext>
              </a:extLst>
            </p:cNvPr>
            <p:cNvSpPr/>
            <p:nvPr/>
          </p:nvSpPr>
          <p:spPr bwMode="auto">
            <a:xfrm>
              <a:off x="7301509" y="2289794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54377DE2-D6E1-B5C1-4C27-7280A1BA6D78}"/>
                </a:ext>
              </a:extLst>
            </p:cNvPr>
            <p:cNvSpPr/>
            <p:nvPr/>
          </p:nvSpPr>
          <p:spPr bwMode="auto">
            <a:xfrm>
              <a:off x="7284651" y="3252259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9EBCAF1-CE16-3F30-FAFB-72374D145EF5}"/>
                </a:ext>
              </a:extLst>
            </p:cNvPr>
            <p:cNvSpPr/>
            <p:nvPr/>
          </p:nvSpPr>
          <p:spPr bwMode="auto">
            <a:xfrm>
              <a:off x="6884454" y="4059708"/>
              <a:ext cx="668289" cy="712466"/>
            </a:xfrm>
            <a:prstGeom prst="round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Tx/>
                <a:buChar char="•"/>
                <a:tabLst/>
              </a:pPr>
              <a:endParaRPr kumimoji="0" 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29" name="Graphic 28" descr="Mathematics with solid fill">
              <a:extLst>
                <a:ext uri="{FF2B5EF4-FFF2-40B4-BE49-F238E27FC236}">
                  <a16:creationId xmlns:a16="http://schemas.microsoft.com/office/drawing/2014/main" id="{F8CED74F-8580-DA3E-38EF-855EE0B4F85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05967" y="2324252"/>
              <a:ext cx="674900" cy="674900"/>
            </a:xfrm>
            <a:prstGeom prst="rect">
              <a:avLst/>
            </a:prstGeom>
          </p:spPr>
        </p:pic>
        <p:pic>
          <p:nvPicPr>
            <p:cNvPr id="31" name="Graphic 30" descr="Bar chart with solid fill">
              <a:extLst>
                <a:ext uri="{FF2B5EF4-FFF2-40B4-BE49-F238E27FC236}">
                  <a16:creationId xmlns:a16="http://schemas.microsoft.com/office/drawing/2014/main" id="{17E43EFE-98CF-A788-55F8-ADA0BE9DAA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309974" y="3305681"/>
              <a:ext cx="629468" cy="629468"/>
            </a:xfrm>
            <a:prstGeom prst="rect">
              <a:avLst/>
            </a:prstGeom>
          </p:spPr>
        </p:pic>
        <p:pic>
          <p:nvPicPr>
            <p:cNvPr id="32" name="Graphic 31" descr="Petri Dish with solid fill">
              <a:extLst>
                <a:ext uri="{FF2B5EF4-FFF2-40B4-BE49-F238E27FC236}">
                  <a16:creationId xmlns:a16="http://schemas.microsoft.com/office/drawing/2014/main" id="{F6CB557F-A34D-2F9A-46F9-DBAE8130D5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57565" y="4074239"/>
              <a:ext cx="711058" cy="711058"/>
            </a:xfrm>
            <a:prstGeom prst="rect">
              <a:avLst/>
            </a:prstGeom>
          </p:spPr>
        </p:pic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17224377-6485-AE3E-152F-EAD989DA27B9}"/>
              </a:ext>
            </a:extLst>
          </p:cNvPr>
          <p:cNvSpPr txBox="1"/>
          <p:nvPr/>
        </p:nvSpPr>
        <p:spPr>
          <a:xfrm>
            <a:off x="7421759" y="2143617"/>
            <a:ext cx="1666657" cy="312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cs typeface="Arial"/>
              </a:rPr>
              <a:t>Execution Points</a:t>
            </a:r>
            <a:endParaRPr lang="en-US" sz="1050" dirty="0"/>
          </a:p>
        </p:txBody>
      </p:sp>
      <p:pic>
        <p:nvPicPr>
          <p:cNvPr id="35" name="Picture 34" descr="HTCondor_red_blk_notag.jpg">
            <a:extLst>
              <a:ext uri="{FF2B5EF4-FFF2-40B4-BE49-F238E27FC236}">
                <a16:creationId xmlns:a16="http://schemas.microsoft.com/office/drawing/2014/main" id="{A7066637-D918-6D91-DE2A-99B8FA01C6F6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2759" y="2367763"/>
            <a:ext cx="1965768" cy="46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77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Idle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81000" y="1047750"/>
            <a:ext cx="8343901" cy="1231106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de-DE" sz="1200" kern="1200" dirty="0">
                <a:solidFill>
                  <a:srgbClr val="FFFF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ap40.uw.osg-htc.org : &lt;128.105.68.62:9618&gt;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128.0      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10:05   0+00:00:00 I  0   0.0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compare_states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wi.dat us.dat</a:t>
            </a:r>
          </a:p>
          <a:p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for query: 1 jobs; 0 completed, 0 removed, 1 idle, 0 running, 0 held, 0 suspended</a:t>
            </a:r>
          </a:p>
        </p:txBody>
      </p:sp>
      <p:sp>
        <p:nvSpPr>
          <p:cNvPr id="55" name="Oval 54"/>
          <p:cNvSpPr/>
          <p:nvPr/>
        </p:nvSpPr>
        <p:spPr>
          <a:xfrm>
            <a:off x="4618666" y="1606136"/>
            <a:ext cx="389708" cy="36555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6" name="Oval 55"/>
          <p:cNvSpPr/>
          <p:nvPr/>
        </p:nvSpPr>
        <p:spPr>
          <a:xfrm>
            <a:off x="4648200" y="1969628"/>
            <a:ext cx="1037266" cy="35558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0351ECC-E319-931D-6F18-5530D92803FD}"/>
              </a:ext>
            </a:extLst>
          </p:cNvPr>
          <p:cNvGrpSpPr/>
          <p:nvPr/>
        </p:nvGrpSpPr>
        <p:grpSpPr>
          <a:xfrm>
            <a:off x="325967" y="2467035"/>
            <a:ext cx="4246034" cy="2093485"/>
            <a:chOff x="325967" y="2467035"/>
            <a:chExt cx="4246034" cy="2093485"/>
          </a:xfrm>
        </p:grpSpPr>
        <p:sp>
          <p:nvSpPr>
            <p:cNvPr id="13" name="Rectangle 12"/>
            <p:cNvSpPr/>
            <p:nvPr/>
          </p:nvSpPr>
          <p:spPr>
            <a:xfrm>
              <a:off x="419101" y="2864645"/>
              <a:ext cx="4152900" cy="16958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submit_dir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)/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gapminder-life-expectancy.csv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least_squares.py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least_squares.sub</a:t>
              </a:r>
              <a:endPara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log/</a:t>
              </a:r>
            </a:p>
            <a:p>
              <a:r>
                <a:rPr lang="en-US" sz="1600" b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Brazil.log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5E0EF6-406B-004A-AA1A-EDED3F9B0C1E}"/>
                </a:ext>
              </a:extLst>
            </p:cNvPr>
            <p:cNvSpPr/>
            <p:nvPr/>
          </p:nvSpPr>
          <p:spPr>
            <a:xfrm>
              <a:off x="325967" y="2467035"/>
              <a:ext cx="1533253" cy="397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Arial"/>
                  <a:cs typeface="Arial"/>
                </a:rPr>
                <a:t>Access Point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12234D3-4C2C-495C-B2C2-EA6214EB1B76}"/>
              </a:ext>
            </a:extLst>
          </p:cNvPr>
          <p:cNvSpPr txBox="1"/>
          <p:nvPr/>
        </p:nvSpPr>
        <p:spPr>
          <a:xfrm>
            <a:off x="5304366" y="2782309"/>
            <a:ext cx="3429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As soon as we submit the job, </a:t>
            </a:r>
            <a:r>
              <a:rPr lang="en-US" sz="2000" dirty="0" err="1"/>
              <a:t>HTCondor</a:t>
            </a:r>
            <a:r>
              <a:rPr lang="en-US" sz="2000" dirty="0"/>
              <a:t> starts tracking it in the </a:t>
            </a:r>
            <a:r>
              <a:rPr lang="en-US" sz="2000" b="1" dirty="0"/>
              <a:t>log</a:t>
            </a:r>
            <a:r>
              <a:rPr lang="en-US" sz="2000" dirty="0"/>
              <a:t> file, as specified by the submit file: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8D57C-E1E1-E712-D1ED-DECF35305906}"/>
              </a:ext>
            </a:extLst>
          </p:cNvPr>
          <p:cNvSpPr txBox="1"/>
          <p:nvPr/>
        </p:nvSpPr>
        <p:spPr>
          <a:xfrm>
            <a:off x="5776382" y="4204750"/>
            <a:ext cx="2484967" cy="30777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indent="-457200"/>
            <a:r>
              <a:rPr lang="en-US" sz="1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log = log/Brazil.log</a:t>
            </a:r>
          </a:p>
        </p:txBody>
      </p:sp>
    </p:spTree>
    <p:extLst>
      <p:ext uri="{BB962C8B-B14F-4D97-AF65-F5344CB8AC3E}">
        <p14:creationId xmlns:p14="http://schemas.microsoft.com/office/powerpoint/2010/main" val="2798643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036695E-D6AD-BE8D-7AD4-0CF95862FB05}"/>
              </a:ext>
            </a:extLst>
          </p:cNvPr>
          <p:cNvSpPr txBox="1"/>
          <p:nvPr/>
        </p:nvSpPr>
        <p:spPr>
          <a:xfrm>
            <a:off x="381000" y="1047750"/>
            <a:ext cx="8343901" cy="1231106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de-DE" sz="1200" kern="1200" dirty="0">
                <a:solidFill>
                  <a:srgbClr val="FFFF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ap40.uw.osg-htc.org : &lt;128.105.68.62:9618&gt;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128.0      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10:05   0+00:00:00 &lt;  0   0.0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compare_states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wi.dat us.dat</a:t>
            </a:r>
          </a:p>
          <a:p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for query: 1 jobs; 0 completed, 0 removed, 1 idle, 0 running, 0 held, 0 suspended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Starts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992246-34E7-C6AF-6BBD-0642861FC5BC}"/>
              </a:ext>
            </a:extLst>
          </p:cNvPr>
          <p:cNvSpPr/>
          <p:nvPr/>
        </p:nvSpPr>
        <p:spPr>
          <a:xfrm>
            <a:off x="4572000" y="1589182"/>
            <a:ext cx="389708" cy="36555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88142BF-084C-E01B-F0C7-2629C490F14F}"/>
              </a:ext>
            </a:extLst>
          </p:cNvPr>
          <p:cNvGrpSpPr/>
          <p:nvPr/>
        </p:nvGrpSpPr>
        <p:grpSpPr>
          <a:xfrm>
            <a:off x="228600" y="2402740"/>
            <a:ext cx="8305800" cy="2397859"/>
            <a:chOff x="228600" y="2402740"/>
            <a:chExt cx="8305800" cy="23978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87A3DC3-B5FB-6048-AAB5-EA85932A931F}"/>
                </a:ext>
              </a:extLst>
            </p:cNvPr>
            <p:cNvSpPr/>
            <p:nvPr/>
          </p:nvSpPr>
          <p:spPr>
            <a:xfrm>
              <a:off x="5867400" y="2777082"/>
              <a:ext cx="2667000" cy="202351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execute_dir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)/</a:t>
              </a:r>
            </a:p>
            <a:p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	</a:t>
              </a:r>
              <a:endParaRPr lang="en-US" sz="1600" b="1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600" b="1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600" b="1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</p:txBody>
        </p:sp>
        <p:cxnSp>
          <p:nvCxnSpPr>
            <p:cNvPr id="5" name="Straight Arrow Connector 4"/>
            <p:cNvCxnSpPr>
              <a:cxnSpLocks/>
            </p:cNvCxnSpPr>
            <p:nvPr/>
          </p:nvCxnSpPr>
          <p:spPr>
            <a:xfrm>
              <a:off x="4474634" y="3050233"/>
              <a:ext cx="1392766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3F0161-0F89-7841-A151-E4E4BD5B784F}"/>
                </a:ext>
              </a:extLst>
            </p:cNvPr>
            <p:cNvSpPr/>
            <p:nvPr/>
          </p:nvSpPr>
          <p:spPr>
            <a:xfrm>
              <a:off x="5781947" y="2402740"/>
              <a:ext cx="1533253" cy="397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Arial"/>
                  <a:cs typeface="Arial"/>
                </a:rPr>
                <a:t>Execute Point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8D1B98-238B-B8EB-632B-A82862697E1E}"/>
                </a:ext>
              </a:extLst>
            </p:cNvPr>
            <p:cNvGrpSpPr/>
            <p:nvPr/>
          </p:nvGrpSpPr>
          <p:grpSpPr>
            <a:xfrm>
              <a:off x="228600" y="2552700"/>
              <a:ext cx="4246034" cy="2093485"/>
              <a:chOff x="325967" y="2467035"/>
              <a:chExt cx="4246034" cy="2093485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D94ECE63-9513-E8DA-6C10-B123161746D0}"/>
                  </a:ext>
                </a:extLst>
              </p:cNvPr>
              <p:cNvSpPr/>
              <p:nvPr/>
            </p:nvSpPr>
            <p:spPr>
              <a:xfrm>
                <a:off x="419101" y="2864645"/>
                <a:ext cx="4152900" cy="16958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submit_dir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)/</a:t>
                </a: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</a:t>
                </a:r>
                <a:r>
                  <a:rPr lang="en-US" sz="1600" dirty="0">
                    <a:solidFill>
                      <a:srgbClr val="0432FF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gapminder-life-expectancy.csv</a:t>
                </a: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</a:t>
                </a:r>
                <a:r>
                  <a:rPr lang="en-US" sz="1600" dirty="0">
                    <a:solidFill>
                      <a:srgbClr val="0432FF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least_squares.py</a:t>
                </a: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least_squares.sub</a:t>
                </a:r>
                <a:endPara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log/</a:t>
                </a:r>
              </a:p>
              <a:p>
                <a:r>
                  <a:rPr lang="en-US" sz="1600" b="1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</a:t>
                </a:r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Brazil.log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043C99A-832D-04F5-985F-7C75668DDBF0}"/>
                  </a:ext>
                </a:extLst>
              </p:cNvPr>
              <p:cNvSpPr/>
              <p:nvPr/>
            </p:nvSpPr>
            <p:spPr>
              <a:xfrm>
                <a:off x="325967" y="2467035"/>
                <a:ext cx="1533253" cy="397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latin typeface="Arial"/>
                    <a:cs typeface="Arial"/>
                  </a:rPr>
                  <a:t>Access Point</a:t>
                </a:r>
              </a:p>
            </p:txBody>
          </p:sp>
        </p:grp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051846D7-12EF-F559-7A53-9F95E61199C8}"/>
              </a:ext>
            </a:extLst>
          </p:cNvPr>
          <p:cNvSpPr txBox="1"/>
          <p:nvPr/>
        </p:nvSpPr>
        <p:spPr>
          <a:xfrm>
            <a:off x="3534047" y="3788840"/>
            <a:ext cx="4495799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indent="-457200"/>
            <a:r>
              <a:rPr lang="en-US" sz="1400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sz="1400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least_squares.py, gapminder-life-expectancy.csv</a:t>
            </a:r>
          </a:p>
        </p:txBody>
      </p:sp>
    </p:spTree>
    <p:extLst>
      <p:ext uri="{BB962C8B-B14F-4D97-AF65-F5344CB8AC3E}">
        <p14:creationId xmlns:p14="http://schemas.microsoft.com/office/powerpoint/2010/main" val="6910107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3CE512-DC8C-C16D-EB6B-BE0D96BECEE7}"/>
              </a:ext>
            </a:extLst>
          </p:cNvPr>
          <p:cNvSpPr txBox="1"/>
          <p:nvPr/>
        </p:nvSpPr>
        <p:spPr>
          <a:xfrm>
            <a:off x="381000" y="1047750"/>
            <a:ext cx="8343901" cy="1231106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de-DE" sz="1200" kern="1200" dirty="0">
                <a:solidFill>
                  <a:srgbClr val="FFFF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ap40.uw.osg-htc.org : &lt;128.105.68.62:9618&gt;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128.0      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10:05   0+00:00:00 R  0   0.0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compare_states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wi.dat us.dat</a:t>
            </a:r>
          </a:p>
          <a:p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for query: 1 jobs; 0 completed, 0 removed, 0 idle, 1 running, 0 held, 0 suspended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Running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5337077" y="1947068"/>
            <a:ext cx="1189666" cy="35558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6A672B-6347-003D-ECCC-FC771829461D}"/>
              </a:ext>
            </a:extLst>
          </p:cNvPr>
          <p:cNvSpPr/>
          <p:nvPr/>
        </p:nvSpPr>
        <p:spPr>
          <a:xfrm>
            <a:off x="4545543" y="1583576"/>
            <a:ext cx="389708" cy="36555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15A381-E4C0-6083-0682-51C8309918F2}"/>
              </a:ext>
            </a:extLst>
          </p:cNvPr>
          <p:cNvGrpSpPr/>
          <p:nvPr/>
        </p:nvGrpSpPr>
        <p:grpSpPr>
          <a:xfrm>
            <a:off x="228600" y="2302649"/>
            <a:ext cx="8593666" cy="2497951"/>
            <a:chOff x="228600" y="2302649"/>
            <a:chExt cx="8593666" cy="249795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6398287-40A0-2EAB-DCBD-D212EDDC8E68}"/>
                </a:ext>
              </a:extLst>
            </p:cNvPr>
            <p:cNvSpPr/>
            <p:nvPr/>
          </p:nvSpPr>
          <p:spPr>
            <a:xfrm>
              <a:off x="4567768" y="2700259"/>
              <a:ext cx="4254498" cy="210034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execute_dir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)/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gapminder-life-expectancy.csv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least_squares.py</a:t>
              </a:r>
              <a:endParaRPr lang="en-US" sz="1600" b="1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_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condor_stdout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_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condor_stderr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extra_output.txt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subdir/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└──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more_output.txt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F888E56-B028-7762-86A7-718DBC1664BA}"/>
                </a:ext>
              </a:extLst>
            </p:cNvPr>
            <p:cNvSpPr/>
            <p:nvPr/>
          </p:nvSpPr>
          <p:spPr>
            <a:xfrm>
              <a:off x="4474634" y="2302649"/>
              <a:ext cx="2307166" cy="397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Arial"/>
                  <a:cs typeface="Arial"/>
                </a:rPr>
                <a:t>Execution Point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1E1D1D7-C328-9152-997F-5A4788BBCBF8}"/>
                </a:ext>
              </a:extLst>
            </p:cNvPr>
            <p:cNvGrpSpPr/>
            <p:nvPr/>
          </p:nvGrpSpPr>
          <p:grpSpPr>
            <a:xfrm>
              <a:off x="228600" y="2552700"/>
              <a:ext cx="4246034" cy="2093485"/>
              <a:chOff x="325967" y="2467035"/>
              <a:chExt cx="4246034" cy="209348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ECAC82B-8F11-0AD6-BF68-FCC56E3CEE70}"/>
                  </a:ext>
                </a:extLst>
              </p:cNvPr>
              <p:cNvSpPr/>
              <p:nvPr/>
            </p:nvSpPr>
            <p:spPr>
              <a:xfrm>
                <a:off x="419101" y="2864645"/>
                <a:ext cx="4152900" cy="16958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submit_dir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)/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gapminder-life-expectancy.csv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least_squares.py</a:t>
                </a: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least_squares.sub</a:t>
                </a:r>
                <a:endPara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log/</a:t>
                </a:r>
              </a:p>
              <a:p>
                <a:r>
                  <a:rPr lang="en-US" sz="1600" b="1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</a:t>
                </a:r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Brazil.log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9A0DD4B-F2F3-3186-2C19-EDF22897739D}"/>
                  </a:ext>
                </a:extLst>
              </p:cNvPr>
              <p:cNvSpPr/>
              <p:nvPr/>
            </p:nvSpPr>
            <p:spPr>
              <a:xfrm>
                <a:off x="325967" y="2467035"/>
                <a:ext cx="1533253" cy="397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latin typeface="Arial"/>
                    <a:cs typeface="Arial"/>
                  </a:rPr>
                  <a:t>Access Point</a:t>
                </a:r>
              </a:p>
            </p:txBody>
          </p:sp>
        </p:grp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5421D63-8C72-F8F8-F746-5BEE5B1ABCF1}"/>
              </a:ext>
            </a:extLst>
          </p:cNvPr>
          <p:cNvSpPr/>
          <p:nvPr/>
        </p:nvSpPr>
        <p:spPr bwMode="auto">
          <a:xfrm>
            <a:off x="40384" y="2482404"/>
            <a:ext cx="4505159" cy="2416970"/>
          </a:xfrm>
          <a:prstGeom prst="rect">
            <a:avLst/>
          </a:prstGeom>
          <a:solidFill>
            <a:srgbClr val="FFFFFF">
              <a:alpha val="8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07866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AFA43-14E6-7E52-38A2-0FE825D55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3186CD3-2317-7E11-57C3-9B591DBBDB61}"/>
              </a:ext>
            </a:extLst>
          </p:cNvPr>
          <p:cNvSpPr txBox="1"/>
          <p:nvPr/>
        </p:nvSpPr>
        <p:spPr>
          <a:xfrm>
            <a:off x="381000" y="1047750"/>
            <a:ext cx="8343901" cy="1231106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de-DE" sz="1200" kern="1200" dirty="0">
                <a:solidFill>
                  <a:srgbClr val="FFFF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ap40.uw.osg-htc.org : &lt;128.105.68.62:9618&gt;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128.0      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8/1  10:05   0+00:00:00 &gt;  0   0.0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compare_states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wi.dat us.dat</a:t>
            </a:r>
          </a:p>
          <a:p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for query: 1 jobs; 0 completed, 0 removed, 0 idle, 1 running, 0 held, 0 suspended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9A3720-E801-1539-430A-29C05E281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Completes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DBF16-84B5-528A-3AD6-554371242CC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AA4526F-EE3E-782A-D771-C722A3095219}"/>
              </a:ext>
            </a:extLst>
          </p:cNvPr>
          <p:cNvSpPr/>
          <p:nvPr/>
        </p:nvSpPr>
        <p:spPr>
          <a:xfrm>
            <a:off x="5867400" y="2777082"/>
            <a:ext cx="2667000" cy="2023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1600" dirty="0">
                <a:latin typeface="Courier"/>
                <a:cs typeface="Courier"/>
              </a:rPr>
              <a:t>(</a:t>
            </a:r>
            <a:r>
              <a:rPr lang="en-US" sz="1600" dirty="0" err="1">
                <a:latin typeface="Courier"/>
                <a:cs typeface="Courier"/>
              </a:rPr>
              <a:t>execute_dir</a:t>
            </a:r>
            <a:r>
              <a:rPr lang="en-US" sz="1600" dirty="0">
                <a:latin typeface="Courier"/>
                <a:cs typeface="Courier"/>
              </a:rPr>
              <a:t>)/</a:t>
            </a:r>
          </a:p>
          <a:p>
            <a:r>
              <a:rPr lang="en-US" sz="1600" dirty="0">
                <a:latin typeface="Courier"/>
                <a:cs typeface="Courier"/>
              </a:rPr>
              <a:t>	</a:t>
            </a:r>
            <a:r>
              <a:rPr lang="en-US" sz="1600" dirty="0" err="1">
                <a:latin typeface="Courier"/>
                <a:cs typeface="Courier"/>
              </a:rPr>
              <a:t>compare_states</a:t>
            </a:r>
            <a:endParaRPr lang="en-US" sz="1600" dirty="0">
              <a:latin typeface="Courier"/>
              <a:cs typeface="Courier"/>
            </a:endParaRPr>
          </a:p>
          <a:p>
            <a:r>
              <a:rPr lang="en-US" sz="1600" dirty="0">
                <a:latin typeface="Courier"/>
                <a:cs typeface="Courier"/>
              </a:rPr>
              <a:t>	</a:t>
            </a:r>
            <a:r>
              <a:rPr lang="en-US" sz="1600" dirty="0" err="1">
                <a:latin typeface="Courier"/>
                <a:cs typeface="Courier"/>
              </a:rPr>
              <a:t>wi.dat</a:t>
            </a:r>
            <a:endParaRPr lang="en-US" sz="1600" dirty="0">
              <a:latin typeface="Courier"/>
              <a:cs typeface="Courier"/>
            </a:endParaRPr>
          </a:p>
          <a:p>
            <a:r>
              <a:rPr lang="en-US" sz="1600" dirty="0">
                <a:latin typeface="Courier"/>
                <a:cs typeface="Courier"/>
              </a:rPr>
              <a:t>	</a:t>
            </a:r>
            <a:r>
              <a:rPr lang="en-US" sz="1600" dirty="0" err="1">
                <a:latin typeface="Courier"/>
                <a:cs typeface="Courier"/>
              </a:rPr>
              <a:t>us.dat</a:t>
            </a:r>
            <a:endParaRPr lang="en-US" sz="1600" dirty="0">
              <a:latin typeface="Courier"/>
              <a:cs typeface="Courier"/>
            </a:endParaRPr>
          </a:p>
          <a:p>
            <a:r>
              <a:rPr lang="en-US" sz="1600" dirty="0">
                <a:latin typeface="Courier"/>
                <a:cs typeface="Courier"/>
              </a:rPr>
              <a:t>	</a:t>
            </a:r>
            <a:r>
              <a:rPr lang="en-US" sz="1600" b="1" dirty="0" err="1">
                <a:latin typeface="Courier"/>
                <a:cs typeface="Courier"/>
              </a:rPr>
              <a:t>stderr</a:t>
            </a:r>
            <a:endParaRPr lang="en-US" sz="1600" b="1" dirty="0">
              <a:latin typeface="Courier"/>
              <a:cs typeface="Courier"/>
            </a:endParaRPr>
          </a:p>
          <a:p>
            <a:r>
              <a:rPr lang="en-US" sz="1600" b="1" dirty="0">
                <a:latin typeface="Courier"/>
                <a:cs typeface="Courier"/>
              </a:rPr>
              <a:t>	</a:t>
            </a:r>
            <a:r>
              <a:rPr lang="en-US" sz="1600" b="1" dirty="0" err="1">
                <a:latin typeface="Courier"/>
                <a:cs typeface="Courier"/>
              </a:rPr>
              <a:t>stdout</a:t>
            </a:r>
            <a:endParaRPr lang="en-US" sz="1600" b="1" dirty="0">
              <a:latin typeface="Courier"/>
              <a:cs typeface="Courier"/>
            </a:endParaRPr>
          </a:p>
          <a:p>
            <a:r>
              <a:rPr lang="en-US" sz="1600" b="1" dirty="0">
                <a:latin typeface="Courier"/>
                <a:cs typeface="Courier"/>
              </a:rPr>
              <a:t>	</a:t>
            </a:r>
            <a:r>
              <a:rPr lang="en-US" sz="1600" b="1" dirty="0" err="1">
                <a:latin typeface="Courier"/>
                <a:cs typeface="Courier"/>
              </a:rPr>
              <a:t>wi.dat.out</a:t>
            </a:r>
            <a:endParaRPr lang="en-US" sz="1600" b="1" dirty="0">
              <a:latin typeface="Courier"/>
              <a:cs typeface="Courier"/>
            </a:endParaRPr>
          </a:p>
          <a:p>
            <a:r>
              <a:rPr lang="en-US" sz="1600" dirty="0">
                <a:latin typeface="Courier"/>
                <a:cs typeface="Courier"/>
              </a:rPr>
              <a:t>	</a:t>
            </a:r>
            <a:r>
              <a:rPr lang="en-US" sz="1600" b="1" dirty="0">
                <a:solidFill>
                  <a:schemeClr val="bg2"/>
                </a:solidFill>
                <a:latin typeface="Courier"/>
                <a:cs typeface="Courier"/>
              </a:rPr>
              <a:t>subdir/</a:t>
            </a:r>
            <a:r>
              <a:rPr lang="en-US" sz="1600" b="1" dirty="0" err="1">
                <a:solidFill>
                  <a:schemeClr val="bg2"/>
                </a:solidFill>
                <a:latin typeface="Courier"/>
                <a:cs typeface="Courier"/>
              </a:rPr>
              <a:t>tmp.dat</a:t>
            </a:r>
            <a:endParaRPr lang="en-US" sz="1600" b="1" dirty="0">
              <a:solidFill>
                <a:schemeClr val="bg2"/>
              </a:solidFill>
              <a:latin typeface="Courier"/>
              <a:cs typeface="Courier"/>
            </a:endParaRPr>
          </a:p>
          <a:p>
            <a:endParaRPr lang="en-US" sz="1600" b="1" dirty="0">
              <a:latin typeface="Courier"/>
              <a:cs typeface="Courier"/>
            </a:endParaRPr>
          </a:p>
          <a:p>
            <a:endParaRPr lang="en-US" sz="1600" b="1" dirty="0">
              <a:latin typeface="Courier"/>
              <a:cs typeface="Courier"/>
            </a:endParaRPr>
          </a:p>
          <a:p>
            <a:endParaRPr lang="en-US" sz="1600" b="1" dirty="0">
              <a:latin typeface="Courier"/>
              <a:cs typeface="Courier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042797-D7B1-D6E2-7EAF-986A666AF152}"/>
              </a:ext>
            </a:extLst>
          </p:cNvPr>
          <p:cNvSpPr/>
          <p:nvPr/>
        </p:nvSpPr>
        <p:spPr bwMode="auto">
          <a:xfrm>
            <a:off x="1295400" y="481965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A1E73CD-DF5B-5A28-FD9C-A59E0495CB6C}"/>
              </a:ext>
            </a:extLst>
          </p:cNvPr>
          <p:cNvSpPr/>
          <p:nvPr/>
        </p:nvSpPr>
        <p:spPr>
          <a:xfrm>
            <a:off x="4568504" y="1578801"/>
            <a:ext cx="389708" cy="365551"/>
          </a:xfrm>
          <a:prstGeom prst="ellipse">
            <a:avLst/>
          </a:prstGeom>
          <a:noFill/>
          <a:ln w="57150" cmpd="sng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C1A0CF-7BE4-BF38-3A9E-4DDBA47A2E1B}"/>
              </a:ext>
            </a:extLst>
          </p:cNvPr>
          <p:cNvGrpSpPr/>
          <p:nvPr/>
        </p:nvGrpSpPr>
        <p:grpSpPr>
          <a:xfrm>
            <a:off x="228600" y="2302649"/>
            <a:ext cx="8593666" cy="2497951"/>
            <a:chOff x="228600" y="2302649"/>
            <a:chExt cx="8593666" cy="249795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4D63D3-4773-3630-D13A-5EC5F8C6332B}"/>
                </a:ext>
              </a:extLst>
            </p:cNvPr>
            <p:cNvSpPr/>
            <p:nvPr/>
          </p:nvSpPr>
          <p:spPr>
            <a:xfrm>
              <a:off x="4567768" y="2700259"/>
              <a:ext cx="4254498" cy="210034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execute_dir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)/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gapminder-life-expectancy.csv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least_squares.py</a:t>
              </a:r>
              <a:endParaRPr lang="en-US" sz="1600" b="1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_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condor_stdout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_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condor_stderr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extra_output.txt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>
                  <a:solidFill>
                    <a:schemeClr val="bg1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subdir/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└── </a:t>
              </a:r>
              <a:r>
                <a:rPr lang="en-US" sz="1600" dirty="0">
                  <a:solidFill>
                    <a:schemeClr val="bg1">
                      <a:lumMod val="75000"/>
                    </a:schemeClr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more_output.txt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6199D0-3177-40F6-827A-474702C6B910}"/>
                </a:ext>
              </a:extLst>
            </p:cNvPr>
            <p:cNvSpPr/>
            <p:nvPr/>
          </p:nvSpPr>
          <p:spPr>
            <a:xfrm>
              <a:off x="4474634" y="2302649"/>
              <a:ext cx="2307166" cy="397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Arial"/>
                  <a:cs typeface="Arial"/>
                </a:rPr>
                <a:t>Execution Point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D48B504-011F-B7AB-375F-7836F76123E5}"/>
                </a:ext>
              </a:extLst>
            </p:cNvPr>
            <p:cNvGrpSpPr/>
            <p:nvPr/>
          </p:nvGrpSpPr>
          <p:grpSpPr>
            <a:xfrm>
              <a:off x="228600" y="2552700"/>
              <a:ext cx="4246034" cy="2093485"/>
              <a:chOff x="325967" y="2467035"/>
              <a:chExt cx="4246034" cy="2093485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EACE300-0A3F-AA38-0497-46BF947144AE}"/>
                  </a:ext>
                </a:extLst>
              </p:cNvPr>
              <p:cNvSpPr/>
              <p:nvPr/>
            </p:nvSpPr>
            <p:spPr>
              <a:xfrm>
                <a:off x="419101" y="2864645"/>
                <a:ext cx="4152900" cy="1695875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t"/>
              <a:lstStyle/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(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submit_dir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)/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gapminder-life-expectancy.csv</a:t>
                </a:r>
              </a:p>
              <a:p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least_squares.py</a:t>
                </a: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├── </a:t>
                </a:r>
                <a:r>
                  <a:rPr lang="en-US" sz="1600" dirty="0" err="1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least_squares.sub</a:t>
                </a:r>
                <a:endPara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endParaRPr>
              </a:p>
              <a:p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log/</a:t>
                </a:r>
              </a:p>
              <a:p>
                <a:r>
                  <a:rPr lang="en-US" sz="1600" b="1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    </a:t>
                </a:r>
                <a:r>
                  <a:rPr lang="en-US" sz="1600" dirty="0"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└── </a:t>
                </a:r>
                <a:r>
                  <a:rPr lang="en-US" sz="1600" dirty="0">
                    <a:solidFill>
                      <a:schemeClr val="tx1"/>
                    </a:solidFill>
                    <a:latin typeface="Cascadia Code" panose="020B0609020000020004" pitchFamily="49" charset="0"/>
                    <a:ea typeface="Cascadia Code" panose="020B0609020000020004" pitchFamily="49" charset="0"/>
                    <a:cs typeface="Cascadia Code" panose="020B0609020000020004" pitchFamily="49" charset="0"/>
                  </a:rPr>
                  <a:t>Brazil.log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429C689-2142-A665-053D-864A8E945A2B}"/>
                  </a:ext>
                </a:extLst>
              </p:cNvPr>
              <p:cNvSpPr/>
              <p:nvPr/>
            </p:nvSpPr>
            <p:spPr>
              <a:xfrm>
                <a:off x="325967" y="2467035"/>
                <a:ext cx="1533253" cy="39761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600" b="1" dirty="0">
                    <a:latin typeface="Arial"/>
                    <a:cs typeface="Arial"/>
                  </a:rPr>
                  <a:t>Access Point</a:t>
                </a:r>
              </a:p>
            </p:txBody>
          </p:sp>
        </p:grp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6C55CA0-730B-16FA-6B8B-1503CC0B563D}"/>
              </a:ext>
            </a:extLst>
          </p:cNvPr>
          <p:cNvSpPr/>
          <p:nvPr/>
        </p:nvSpPr>
        <p:spPr>
          <a:xfrm>
            <a:off x="2595155" y="4146431"/>
            <a:ext cx="2023412" cy="904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en-US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condor_stdout</a:t>
            </a:r>
            <a:endParaRPr lang="en-US" dirty="0">
              <a:solidFill>
                <a:srgbClr val="0432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_</a:t>
            </a:r>
            <a:r>
              <a:rPr lang="en-US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condor_stderr</a:t>
            </a:r>
            <a:endParaRPr lang="en-US" dirty="0">
              <a:solidFill>
                <a:srgbClr val="0432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extra_output.txt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779B406-9A1A-340A-54F5-23923C6EEC41}"/>
              </a:ext>
            </a:extLst>
          </p:cNvPr>
          <p:cNvCxnSpPr>
            <a:cxnSpLocks/>
          </p:cNvCxnSpPr>
          <p:nvPr/>
        </p:nvCxnSpPr>
        <p:spPr>
          <a:xfrm flipH="1">
            <a:off x="2543378" y="4146431"/>
            <a:ext cx="2075189" cy="0"/>
          </a:xfrm>
          <a:prstGeom prst="straightConnector1">
            <a:avLst/>
          </a:prstGeom>
          <a:ln w="38100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1274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Completes (cont.)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B16BE8-1E93-630C-FFB7-DE3EA2F1934F}"/>
              </a:ext>
            </a:extLst>
          </p:cNvPr>
          <p:cNvSpPr txBox="1"/>
          <p:nvPr/>
        </p:nvSpPr>
        <p:spPr>
          <a:xfrm>
            <a:off x="4772026" y="2217807"/>
            <a:ext cx="42194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i="1" dirty="0"/>
              <a:t>Job completed </a:t>
            </a:r>
            <a:r>
              <a:rPr lang="en-US" sz="2000" i="1" dirty="0">
                <a:sym typeface="Wingdings" panose="05000000000000000000" pitchFamily="2" charset="2"/>
              </a:rPr>
              <a:t> </a:t>
            </a:r>
          </a:p>
          <a:p>
            <a:pPr algn="ctr"/>
            <a:r>
              <a:rPr lang="en-US" sz="2000" i="1" dirty="0">
                <a:sym typeface="Wingdings" panose="05000000000000000000" pitchFamily="2" charset="2"/>
              </a:rPr>
              <a:t>Disappears from </a:t>
            </a:r>
            <a:r>
              <a:rPr lang="en-US" sz="2000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condor_q</a:t>
            </a:r>
            <a:r>
              <a:rPr lang="en-US" sz="2000" i="1" dirty="0">
                <a:sym typeface="Wingdings" panose="05000000000000000000" pitchFamily="2" charset="2"/>
              </a:rPr>
              <a:t> output!</a:t>
            </a:r>
            <a:endParaRPr lang="en-US" sz="2000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160C4-93F3-C4EE-CFD9-EEC3DF5EEF92}"/>
              </a:ext>
            </a:extLst>
          </p:cNvPr>
          <p:cNvSpPr txBox="1"/>
          <p:nvPr/>
        </p:nvSpPr>
        <p:spPr>
          <a:xfrm>
            <a:off x="381000" y="967191"/>
            <a:ext cx="8343901" cy="1046440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dirty="0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nobatch</a:t>
            </a:r>
            <a:endParaRPr lang="en-US" dirty="0">
              <a:solidFill>
                <a:schemeClr val="bg1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Schedd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</a:t>
            </a:r>
            <a:r>
              <a:rPr lang="de-DE" sz="1200" kern="1200" dirty="0">
                <a:solidFill>
                  <a:srgbClr val="FFFFFF"/>
                </a:solidFill>
                <a:effectLst/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ap40.uw.osg-htc.org : &lt;128.105.68.62:9618&gt;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    OWNER      SUBMITTED     RUN_TIME ST PRI SIZE CMD</a:t>
            </a:r>
          </a:p>
          <a:p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 for query: 0 jobs; 0 completed, 0 removed, 0 idle, 0 running, 0 held, 0 suspended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0AF8D65-0CDA-9D66-4055-512B32F8C848}"/>
              </a:ext>
            </a:extLst>
          </p:cNvPr>
          <p:cNvGrpSpPr/>
          <p:nvPr/>
        </p:nvGrpSpPr>
        <p:grpSpPr>
          <a:xfrm>
            <a:off x="304800" y="1936161"/>
            <a:ext cx="4248150" cy="2921590"/>
            <a:chOff x="323851" y="2457110"/>
            <a:chExt cx="4248150" cy="2062251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9AAC93-9B52-06F1-977F-C4F717B535BD}"/>
                </a:ext>
              </a:extLst>
            </p:cNvPr>
            <p:cNvSpPr/>
            <p:nvPr/>
          </p:nvSpPr>
          <p:spPr>
            <a:xfrm>
              <a:off x="419101" y="2747859"/>
              <a:ext cx="4152900" cy="177150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(</a:t>
              </a:r>
              <a:r>
                <a:rPr lang="en-US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submit_dir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)/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extra_output.txt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gapminder-life-expectancy.csv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least_squares.py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</a:t>
              </a:r>
              <a:r>
                <a:rPr lang="en-US" sz="1600" dirty="0" err="1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least_squares.sub</a:t>
              </a:r>
              <a:endParaRPr lang="en-US" sz="16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├── log/</a:t>
              </a:r>
            </a:p>
            <a:p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│</a:t>
              </a:r>
              <a:r>
                <a:rPr lang="en-US" sz="1600" b="1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</a:t>
              </a:r>
              <a:r>
                <a:rPr lang="en-US" sz="1600" dirty="0"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Brazil.log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outputs/</a:t>
              </a:r>
            </a:p>
            <a:p>
              <a:r>
                <a:rPr lang="en-US" sz="1600" b="1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Brazil.err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b="1" dirty="0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└── </a:t>
              </a:r>
              <a:r>
                <a:rPr lang="en-US" sz="1600" dirty="0" err="1">
                  <a:solidFill>
                    <a:srgbClr val="0432FF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Brazil.out</a:t>
              </a:r>
              <a:endParaRPr lang="en-US" sz="16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endParaRPr lang="en-US" sz="1600" dirty="0">
                <a:solidFill>
                  <a:schemeClr val="tx1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endParaRP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 </a:t>
              </a:r>
            </a:p>
            <a:p>
              <a:r>
                <a:rPr lang="en-US" sz="1600" dirty="0">
                  <a:solidFill>
                    <a:schemeClr val="tx1"/>
                  </a:solidFill>
                  <a:latin typeface="Cascadia Code" panose="020B0609020000020004" pitchFamily="49" charset="0"/>
                  <a:ea typeface="Cascadia Code" panose="020B0609020000020004" pitchFamily="49" charset="0"/>
                  <a:cs typeface="Cascadia Code" panose="020B0609020000020004" pitchFamily="49" charset="0"/>
                </a:rPr>
                <a:t>   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C082C72-BD42-EDAD-6B2F-798667550C0E}"/>
                </a:ext>
              </a:extLst>
            </p:cNvPr>
            <p:cNvSpPr/>
            <p:nvPr/>
          </p:nvSpPr>
          <p:spPr>
            <a:xfrm>
              <a:off x="323851" y="2457110"/>
              <a:ext cx="1533253" cy="39761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600" b="1" dirty="0">
                  <a:latin typeface="Arial"/>
                  <a:cs typeface="Arial"/>
                </a:rPr>
                <a:t>Access Point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F50B8058-5F5C-2353-41FC-297CF5628B8E}"/>
              </a:ext>
            </a:extLst>
          </p:cNvPr>
          <p:cNvSpPr txBox="1"/>
          <p:nvPr/>
        </p:nvSpPr>
        <p:spPr>
          <a:xfrm>
            <a:off x="5167238" y="3198217"/>
            <a:ext cx="342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Standard </a:t>
            </a:r>
            <a:r>
              <a:rPr lang="en-US" sz="2000" b="1" dirty="0"/>
              <a:t>output</a:t>
            </a:r>
            <a:r>
              <a:rPr lang="en-US" sz="2000" dirty="0"/>
              <a:t> and </a:t>
            </a:r>
            <a:r>
              <a:rPr lang="en-US" sz="2000" b="1" dirty="0"/>
              <a:t>error</a:t>
            </a:r>
            <a:r>
              <a:rPr lang="en-US" sz="2000" dirty="0"/>
              <a:t> are renamed, as specified by the submit file: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3C82E6-59E1-E82C-5DF3-42A3C83DCF20}"/>
              </a:ext>
            </a:extLst>
          </p:cNvPr>
          <p:cNvSpPr txBox="1"/>
          <p:nvPr/>
        </p:nvSpPr>
        <p:spPr>
          <a:xfrm>
            <a:off x="5259918" y="4241397"/>
            <a:ext cx="3243640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error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Brazil.err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output = outputs/</a:t>
            </a:r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Brazil.out</a:t>
            </a:r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736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5869C-0C71-CC00-EBB5-B824C0CA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5090452E-4E3A-7C80-F1D1-D04A1609E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929939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Watching Job Progress with </a:t>
            </a:r>
            <a:r>
              <a:rPr lang="en-US" b="0" cap="none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endParaRPr lang="en-US" b="0" cap="none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97E85-9846-A442-0552-3A216C5B5D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59DDD7-F4D9-D8D7-C3BE-5844C60B1F65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A0E3868-366D-79E6-BACD-4DF373FAC9E3}"/>
              </a:ext>
            </a:extLst>
          </p:cNvPr>
          <p:cNvSpPr/>
          <p:nvPr/>
        </p:nvSpPr>
        <p:spPr bwMode="auto">
          <a:xfrm>
            <a:off x="304800" y="759490"/>
            <a:ext cx="8839200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75846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EBEF3-7E30-901A-8502-A7F97E162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6DCCD-3559-3321-987D-914E1BDC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Watching Progress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CC24-49CD-62C6-43D6-0CCABE25D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To get a live update of the progress of your jobs, use </a:t>
            </a:r>
            <a:r>
              <a:rPr lang="en-US" sz="2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r>
              <a:rPr lang="en-US" sz="2400" dirty="0">
                <a:solidFill>
                  <a:schemeClr val="tx1"/>
                </a:solidFill>
                <a:ea typeface="Cascadia Code" panose="020B0609020000020004" pitchFamily="49" charset="0"/>
                <a:cs typeface="Cascadia Code" panose="020B0609020000020004" pitchFamily="49" charset="0"/>
              </a:rPr>
              <a:t>.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B3A46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latin typeface="Courier"/>
                <a:cs typeface="Courier"/>
              </a:rPr>
              <a:t> </a:t>
            </a:r>
            <a:r>
              <a:rPr lang="en-US" sz="1800" dirty="0">
                <a:cs typeface="Arial"/>
              </a:rPr>
              <a:t>This command does an initial 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/>
              <a:t>and then tracks the entries of 	the corresponding </a:t>
            </a:r>
            <a:r>
              <a:rPr lang="en-US" sz="1800" b="1" dirty="0"/>
              <a:t>log</a:t>
            </a:r>
            <a:r>
              <a:rPr lang="en-US" sz="1800" dirty="0"/>
              <a:t> file(s)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B2E175-2356-797A-5F75-0DF9291E421C}"/>
              </a:ext>
            </a:extLst>
          </p:cNvPr>
          <p:cNvSpPr txBox="1"/>
          <p:nvPr/>
        </p:nvSpPr>
        <p:spPr>
          <a:xfrm>
            <a:off x="642411" y="2452694"/>
            <a:ext cx="8119530" cy="224676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BATCH        IDLE  RUN  DONE  TOTAL  JOB_IDS</a:t>
            </a:r>
          </a:p>
          <a:p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ID: 129       10    -     -     10   129.0 ... 129.9 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-------------------------------------------------------------------------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Total: 10 jobs; 10 idle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 at 2026-07-10 16:20:26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 any key to exit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0E9AB-187C-A04F-DB39-27E4DB586355}"/>
              </a:ext>
            </a:extLst>
          </p:cNvPr>
          <p:cNvSpPr txBox="1"/>
          <p:nvPr/>
        </p:nvSpPr>
        <p:spPr>
          <a:xfrm>
            <a:off x="6380315" y="4884076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condor_watch_q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8AFC69-3D3F-FE7A-013A-737DD1C29B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2754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0ECF8-3CA0-392E-DF30-F2486786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F1D8-A699-7E58-9455-24E757CE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Watching Progress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94CB4-3806-0388-43ED-FE81B4FE0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As the work progresses, output updates with changes to the progress bar.</a:t>
            </a:r>
          </a:p>
          <a:p>
            <a:pPr marL="0" indent="0">
              <a:buNone/>
            </a:pPr>
            <a:r>
              <a:rPr lang="en-US" sz="1800" dirty="0">
                <a:cs typeface="Arial"/>
              </a:rPr>
              <a:t>	(updates every second)</a:t>
            </a:r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4E0CF-C621-11A3-A8D2-A23919E954A7}"/>
              </a:ext>
            </a:extLst>
          </p:cNvPr>
          <p:cNvSpPr txBox="1"/>
          <p:nvPr/>
        </p:nvSpPr>
        <p:spPr>
          <a:xfrm>
            <a:off x="596900" y="2268082"/>
            <a:ext cx="8119530" cy="224676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BATCH        IDLE  RUN  DONE  TOTAL  JOB_IDS</a:t>
            </a:r>
          </a:p>
          <a:p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ID: 129        9    1     -     10   129.0 ... 129.9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=======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------------------------------------------------------------------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Total: 10 jobs; 9 idle, 1 running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 at 2026-07-10 16:22:01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 any key to exit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A2258C-6607-2675-8D19-AA5C509C58E5}"/>
              </a:ext>
            </a:extLst>
          </p:cNvPr>
          <p:cNvSpPr txBox="1"/>
          <p:nvPr/>
        </p:nvSpPr>
        <p:spPr>
          <a:xfrm>
            <a:off x="6380315" y="4884076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condor_watch_q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48834-8A29-449B-B7B2-E96F1C781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0004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08821-9B72-4A3F-A746-752ED2566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82D46-FC27-8E03-B4F0-D339F308E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Watching Progress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ED468-EEAB-5B12-B77D-38570CDD4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069" y="814387"/>
            <a:ext cx="7772400" cy="3514725"/>
          </a:xfrm>
        </p:spPr>
        <p:txBody>
          <a:bodyPr/>
          <a:lstStyle/>
          <a:p>
            <a:r>
              <a:rPr lang="en-US" sz="1800" dirty="0"/>
              <a:t>Yellow hyphens (-) = “idle”</a:t>
            </a:r>
          </a:p>
          <a:p>
            <a:r>
              <a:rPr lang="en-US" sz="1800" dirty="0"/>
              <a:t>Blue greater than signs (&gt;) = “transferring files”</a:t>
            </a:r>
          </a:p>
          <a:p>
            <a:r>
              <a:rPr lang="en-US" sz="1800" dirty="0"/>
              <a:t>Blue equal signs (=) = “running”</a:t>
            </a:r>
          </a:p>
          <a:p>
            <a:r>
              <a:rPr lang="en-US" sz="1800" dirty="0"/>
              <a:t>Green number signs (#) = “completed”</a:t>
            </a:r>
          </a:p>
          <a:p>
            <a:r>
              <a:rPr lang="en-US" sz="1800" dirty="0"/>
              <a:t>Red exclamation marks (!) = “hold”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F2E3C-5826-B770-AD49-E2CC41F1D8DA}"/>
              </a:ext>
            </a:extLst>
          </p:cNvPr>
          <p:cNvSpPr txBox="1"/>
          <p:nvPr/>
        </p:nvSpPr>
        <p:spPr>
          <a:xfrm>
            <a:off x="512235" y="2543248"/>
            <a:ext cx="8119530" cy="224676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BATCH        IDLE  RUN  DONE  TOTAL  JOB_IDS</a:t>
            </a:r>
          </a:p>
          <a:p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ID: 129        3    4     3     10   129.0 ... 129.9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######</a:t>
            </a:r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========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######################</a:t>
            </a:r>
            <a:r>
              <a:rPr lang="en-US" b="1" dirty="0">
                <a:solidFill>
                  <a:srgbClr val="00B0F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=============================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----------------------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Total: 10 jobs; 3 completed, 4 idle, 3 running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 at 2026-07-10 16:23:43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 any key to exit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759C54-35F0-942A-9226-1357DA4F2423}"/>
              </a:ext>
            </a:extLst>
          </p:cNvPr>
          <p:cNvSpPr txBox="1"/>
          <p:nvPr/>
        </p:nvSpPr>
        <p:spPr>
          <a:xfrm>
            <a:off x="6380315" y="4884076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condor_watch_q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C1B4A-DF3E-4229-229B-8C2C57815C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491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51259-5A6B-6F38-A46C-97A6BEC3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143F2-2224-6F7D-7A26-4FA57FE4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Watching Progress of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BB7C0-66B6-CC2F-A829-7523A8C7D9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To exit out of the </a:t>
            </a:r>
            <a:r>
              <a:rPr lang="en-US" sz="2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r>
              <a:rPr lang="en-US" sz="2400" b="1" dirty="0">
                <a:solidFill>
                  <a:srgbClr val="FF0000"/>
                </a:solidFill>
                <a:latin typeface="Courier"/>
              </a:rPr>
              <a:t> </a:t>
            </a:r>
            <a:r>
              <a:rPr lang="en-US" sz="2400" dirty="0"/>
              <a:t>view, press any key.</a:t>
            </a:r>
            <a:endParaRPr lang="en-US" sz="2400" b="1" dirty="0">
              <a:solidFill>
                <a:srgbClr val="FF0000"/>
              </a:solidFill>
              <a:latin typeface="Courier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6D55EE-6417-04F2-C362-3E05D2D3F02D}"/>
              </a:ext>
            </a:extLst>
          </p:cNvPr>
          <p:cNvSpPr txBox="1"/>
          <p:nvPr/>
        </p:nvSpPr>
        <p:spPr>
          <a:xfrm>
            <a:off x="512235" y="2268082"/>
            <a:ext cx="8119530" cy="2246769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condor_watch_q</a:t>
            </a:r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BATCH        IDLE  RUN  DONE  TOTAL  JOB_IDS</a:t>
            </a:r>
          </a:p>
          <a:p>
            <a:r>
              <a:rPr lang="en-US" b="1" dirty="0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ID: 129        -    -    10     10   129.0 ... 129.9</a:t>
            </a:r>
            <a:r>
              <a:rPr lang="en-US" b="1" dirty="0">
                <a:solidFill>
                  <a:srgbClr val="FFE269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####################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b="1" dirty="0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#########################################################################</a:t>
            </a:r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]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Total: 10 jobs; 3 completed, 4 idle, 3 running</a:t>
            </a:r>
          </a:p>
          <a:p>
            <a:endParaRPr lang="en-US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Updated at 2026-07-10 16:25:06</a:t>
            </a:r>
          </a:p>
          <a:p>
            <a:r>
              <a:rPr lang="en-US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Press any key to exit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6E77B3-EA30-BD03-A79B-546965CDF287}"/>
              </a:ext>
            </a:extLst>
          </p:cNvPr>
          <p:cNvSpPr txBox="1"/>
          <p:nvPr/>
        </p:nvSpPr>
        <p:spPr>
          <a:xfrm>
            <a:off x="6380315" y="4884076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condor_watch_q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53EFA-1C90-43E5-01D2-CD467810CD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0426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2060972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Reviewing Completed Jobs</a:t>
            </a:r>
            <a:endParaRPr lang="en-US" b="0" cap="non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6F6E9-7C80-7996-DB34-B473619D52FA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F007B-BA71-AE62-E3EB-A38B10CB38A0}"/>
              </a:ext>
            </a:extLst>
          </p:cNvPr>
          <p:cNvSpPr/>
          <p:nvPr/>
        </p:nvSpPr>
        <p:spPr bwMode="auto">
          <a:xfrm>
            <a:off x="304800" y="759490"/>
            <a:ext cx="9321018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207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971550"/>
            <a:ext cx="8458200" cy="3816429"/>
          </a:xfrm>
          <a:prstGeom prst="rect">
            <a:avLst/>
          </a:prstGeom>
          <a:solidFill>
            <a:srgbClr val="FDF4DF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000 (128.000.000) </a:t>
            </a:r>
            <a:r>
              <a:rPr lang="en-US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2024-08-01 10:05:08 Job submitted 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from host: &lt;128.104.101.92&gt;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...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001 (128.000.000) </a:t>
            </a:r>
            <a:r>
              <a:rPr lang="en-US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2024-08-01 10:05:46 Job executing 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on host: &lt;128.104.101.128:9618&gt;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...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006 (128.000.000) 2024-08-01 10:07:54 Image size of job updated: 220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1  - 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MemoryUsage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of job (MB)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220  -  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ResidentSetSize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of job (KB)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...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005 (128.000.000) </a:t>
            </a:r>
            <a:r>
              <a:rPr lang="en-US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2024-08-01 10:12:48 Job terminated.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(1) Normal termination (return value 0)</a:t>
            </a:r>
          </a:p>
          <a:p>
            <a:r>
              <a:rPr lang="de-DE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de-DE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Usr</a:t>
            </a:r>
            <a:r>
              <a:rPr lang="de-DE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0 00:00:00, </a:t>
            </a:r>
            <a:r>
              <a:rPr lang="de-DE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Sys</a:t>
            </a:r>
            <a:r>
              <a:rPr lang="de-DE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0 00:00:00  -  Run Remote </a:t>
            </a:r>
            <a:r>
              <a:rPr lang="de-DE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Usage</a:t>
            </a:r>
            <a:endParaRPr lang="de-DE" sz="11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Usr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0 00:00:00, Sys 0 00:00:00  -  Run Local Usage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Usr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0 00:00:00, Sys 0 00:00:00  -  Total Remote Usage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	</a:t>
            </a:r>
            <a:r>
              <a:rPr lang="en-US" sz="11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Usr</a:t>
            </a:r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0 00:00:00, Sys 0 00:00:00  -  Total Local Usage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0  -  Run Bytes Sent By Job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33  -  Run Bytes Received By Job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0  -  Total Bytes Sent By Job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33  -  Total Bytes Received By Job</a:t>
            </a:r>
          </a:p>
          <a:p>
            <a:r>
              <a:rPr lang="en-US" sz="11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en-US" sz="1100" b="1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Partitionable</a:t>
            </a:r>
            <a:r>
              <a:rPr lang="en-US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Resources :    Usage  Request Allocated</a:t>
            </a:r>
          </a:p>
          <a:p>
            <a:r>
              <a:rPr lang="ro-RO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   Cpus                 :                 1         1</a:t>
            </a:r>
          </a:p>
          <a:p>
            <a:r>
              <a:rPr lang="da-DK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   Disk (KB)            :       14    20480  17203728</a:t>
            </a:r>
          </a:p>
          <a:p>
            <a:r>
              <a:rPr lang="en-US" sz="1100" b="1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	   Memory (MB)          :        1       20        20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05000" y="1012178"/>
            <a:ext cx="2895599" cy="187972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5" name="Rounded Rectangle 4"/>
          <p:cNvSpPr/>
          <p:nvPr/>
        </p:nvSpPr>
        <p:spPr>
          <a:xfrm>
            <a:off x="1905000" y="1329690"/>
            <a:ext cx="2895600" cy="228600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6" name="Rounded Rectangle 5"/>
          <p:cNvSpPr/>
          <p:nvPr/>
        </p:nvSpPr>
        <p:spPr>
          <a:xfrm>
            <a:off x="1920686" y="2327910"/>
            <a:ext cx="3032314" cy="228600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7" name="Rounded Rectangle 6"/>
          <p:cNvSpPr/>
          <p:nvPr/>
        </p:nvSpPr>
        <p:spPr>
          <a:xfrm>
            <a:off x="1143000" y="4019550"/>
            <a:ext cx="4677335" cy="685800"/>
          </a:xfrm>
          <a:prstGeom prst="roundRect">
            <a:avLst/>
          </a:prstGeom>
          <a:solidFill>
            <a:srgbClr val="FFC000">
              <a:alpha val="30000"/>
            </a:srgbClr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781811-A12E-9745-9EEE-59EF689BEF77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D9571F-3A96-2BB9-800F-A8F35C3FF6F8}"/>
              </a:ext>
            </a:extLst>
          </p:cNvPr>
          <p:cNvSpPr/>
          <p:nvPr/>
        </p:nvSpPr>
        <p:spPr bwMode="auto">
          <a:xfrm>
            <a:off x="1295400" y="481965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2260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Reviewing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To review a large group of jobs at once, use </a:t>
            </a:r>
            <a:r>
              <a:rPr lang="en-US" sz="2400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condor_history</a:t>
            </a:r>
            <a:endParaRPr lang="en-US" sz="2400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rgbClr val="CB3A46"/>
                </a:solidFill>
                <a:latin typeface="Courier"/>
                <a:cs typeface="Courier"/>
              </a:rPr>
              <a:t> </a:t>
            </a:r>
            <a:r>
              <a:rPr lang="en-US" sz="1800" b="1" dirty="0">
                <a:latin typeface="Courier"/>
                <a:cs typeface="Courier"/>
              </a:rPr>
              <a:t> </a:t>
            </a:r>
            <a:r>
              <a:rPr lang="en-US" sz="1800" dirty="0">
                <a:cs typeface="Arial"/>
              </a:rPr>
              <a:t>As</a:t>
            </a:r>
            <a:r>
              <a:rPr lang="en-US" sz="1800" b="1" dirty="0">
                <a:cs typeface="Arial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/>
              <a:t>is to the present, </a:t>
            </a:r>
            <a:r>
              <a:rPr lang="en-US" sz="1800" dirty="0" err="1">
                <a:solidFill>
                  <a:srgbClr val="00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condor_history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/>
              <a:t>is to the past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59632" y="2283718"/>
            <a:ext cx="6506909" cy="2523768"/>
          </a:xfrm>
          <a:prstGeom prst="rect">
            <a:avLst/>
          </a:prstGeom>
          <a:solidFill>
            <a:schemeClr val="tx1"/>
          </a:solidFill>
          <a:ln w="76200" cmpd="sng"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$ </a:t>
            </a:r>
            <a:r>
              <a:rPr lang="en-US" b="1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condor_history</a:t>
            </a:r>
            <a:r>
              <a:rPr lang="en-US" b="1" dirty="0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b="1" dirty="0">
              <a:solidFill>
                <a:srgbClr val="FF0000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ID      OWNER    SUBMITTED   RUN_TIME    ST  COMPLETED   CMD </a:t>
            </a: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189.1012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0+00:07:37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189.1002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0+00:08:03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189.1081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0+00:03:16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189.944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0+00:11:15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189.659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0+00:26:56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189.653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0+00:27:07 C   5/11 16:00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189.1040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0+00:05:15 C   5/11 15:59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189.1003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0+00:07:38 C   5/11 15:59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189.962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0+00:09:36 C   5/11 15:59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189.961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0+00:09:43 C   5/11 15:59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189.898  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r>
              <a:rPr lang="en-US" sz="1200" dirty="0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5/11 09:52   0+00:13:47 C   5/11 15:59 /home/</a:t>
            </a:r>
            <a:r>
              <a:rPr lang="en-US" sz="1200" dirty="0" err="1">
                <a:solidFill>
                  <a:srgbClr val="FFFF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alice</a:t>
            </a:r>
            <a:endParaRPr lang="en-US" sz="1200" dirty="0">
              <a:solidFill>
                <a:srgbClr val="FFFFFF"/>
              </a:solidFill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80315" y="4884076"/>
            <a:ext cx="2432030" cy="253916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en-US" sz="1050" dirty="0">
                <a:solidFill>
                  <a:srgbClr val="000000"/>
                </a:solidFill>
                <a:latin typeface="Arial"/>
                <a:cs typeface="Arial"/>
                <a:hlinkClick r:id="rId2"/>
              </a:rPr>
              <a:t>HTCondor Manual: </a:t>
            </a:r>
            <a:r>
              <a:rPr lang="en-US" sz="1050" dirty="0" err="1">
                <a:solidFill>
                  <a:srgbClr val="000000"/>
                </a:solidFill>
                <a:latin typeface="Arial"/>
                <a:cs typeface="Arial"/>
                <a:hlinkClick r:id="rId2"/>
              </a:rPr>
              <a:t>condor_history</a:t>
            </a:r>
            <a:endParaRPr lang="en-US" sz="105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7039DA-6614-1A6A-666F-E45F2CA4F6A0}"/>
              </a:ext>
            </a:extLst>
          </p:cNvPr>
          <p:cNvSpPr/>
          <p:nvPr/>
        </p:nvSpPr>
        <p:spPr bwMode="auto">
          <a:xfrm>
            <a:off x="1295400" y="493395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4D166-7CB4-5192-C63B-A952A556015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045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0" y="2060972"/>
            <a:ext cx="9144000" cy="1021556"/>
          </a:xfrm>
        </p:spPr>
        <p:txBody>
          <a:bodyPr/>
          <a:lstStyle/>
          <a:p>
            <a:pPr algn="ctr"/>
            <a:r>
              <a:rPr lang="en-US" cap="none" dirty="0"/>
              <a:t>Questions?</a:t>
            </a:r>
            <a:endParaRPr lang="en-US" b="0" cap="none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E6F6E9-7C80-7996-DB34-B473619D52FA}"/>
              </a:ext>
            </a:extLst>
          </p:cNvPr>
          <p:cNvSpPr/>
          <p:nvPr/>
        </p:nvSpPr>
        <p:spPr bwMode="auto">
          <a:xfrm>
            <a:off x="1295400" y="4800600"/>
            <a:ext cx="419100" cy="3429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CF007B-BA71-AE62-E3EB-A38B10CB38A0}"/>
              </a:ext>
            </a:extLst>
          </p:cNvPr>
          <p:cNvSpPr/>
          <p:nvPr/>
        </p:nvSpPr>
        <p:spPr bwMode="auto">
          <a:xfrm>
            <a:off x="304800" y="759490"/>
            <a:ext cx="8839200" cy="342901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2417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328FA-A61D-59C6-8FD5-809FE381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Supplementary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A3050-0D6F-B426-B731-0EE1AB817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8C9E4-ECC3-1353-2815-CCE843FB09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29B05A9-A215-CF4D-9C08-37C02F1243B7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179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F6A38-7637-C851-549C-4689C8B8A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7CD22E-DDDE-658E-DE2A-14BDFA344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shell</a:t>
            </a:r>
            <a:r>
              <a:rPr lang="en-US" sz="2400" dirty="0"/>
              <a:t> VS </a:t>
            </a:r>
            <a:r>
              <a:rPr lang="en-US" sz="2400" dirty="0" err="1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executable</a:t>
            </a:r>
            <a:r>
              <a:rPr lang="en-US" sz="2400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+</a:t>
            </a:r>
            <a:r>
              <a:rPr lang="en-US" sz="2400" dirty="0" err="1">
                <a:solidFill>
                  <a:srgbClr val="00CC00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arguments</a:t>
            </a:r>
            <a:endParaRPr lang="en-US" sz="2400" dirty="0">
              <a:solidFill>
                <a:srgbClr val="00CC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9F76F0-45DD-B5BB-8AD3-C18ED8747C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E7972-0240-D844-975F-605D2588B37A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13" name="object 2">
            <a:extLst>
              <a:ext uri="{FF2B5EF4-FFF2-40B4-BE49-F238E27FC236}">
                <a16:creationId xmlns:a16="http://schemas.microsoft.com/office/drawing/2014/main" id="{18DD7B5E-2313-5677-0697-805A1673D72B}"/>
              </a:ext>
            </a:extLst>
          </p:cNvPr>
          <p:cNvSpPr txBox="1"/>
          <p:nvPr/>
        </p:nvSpPr>
        <p:spPr>
          <a:xfrm>
            <a:off x="521495" y="1058690"/>
            <a:ext cx="3754203" cy="1741660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shell = ./least_squares.py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</a:t>
            </a:r>
            <a:r>
              <a:rPr lang="en-US" dirty="0">
                <a:solidFill>
                  <a:srgbClr val="0432FF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least_squares.py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,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88974916-EC78-4C2C-CF09-7EE74BD0556E}"/>
              </a:ext>
            </a:extLst>
          </p:cNvPr>
          <p:cNvSpPr txBox="1"/>
          <p:nvPr/>
        </p:nvSpPr>
        <p:spPr>
          <a:xfrm>
            <a:off x="4837186" y="1058690"/>
            <a:ext cx="3754203" cy="1894060"/>
          </a:xfrm>
          <a:custGeom>
            <a:avLst/>
            <a:gdLst>
              <a:gd name="csX0" fmla="*/ 0 w 21600"/>
              <a:gd name="csY0" fmla="*/ 0 h 21600"/>
              <a:gd name="csX1" fmla="*/ 21600 w 21600"/>
              <a:gd name="csY1" fmla="*/ 0 h 21600"/>
              <a:gd name="csX2" fmla="*/ 21600 w 21600"/>
              <a:gd name="csY2" fmla="*/ 17322 h 21600"/>
              <a:gd name="csX3" fmla="*/ 0 w 21600"/>
              <a:gd name="csY3" fmla="*/ 20172 h 21600"/>
              <a:gd name="csX4" fmla="*/ 0 w 21600"/>
              <a:gd name="csY4" fmla="*/ 0 h 21600"/>
              <a:gd name="csX0" fmla="*/ 0 w 21649"/>
              <a:gd name="csY0" fmla="*/ 0 h 21922"/>
              <a:gd name="csX1" fmla="*/ 21600 w 21649"/>
              <a:gd name="csY1" fmla="*/ 0 h 21922"/>
              <a:gd name="csX2" fmla="*/ 21649 w 21649"/>
              <a:gd name="csY2" fmla="*/ 20481 h 21922"/>
              <a:gd name="csX3" fmla="*/ 0 w 21649"/>
              <a:gd name="csY3" fmla="*/ 20172 h 21922"/>
              <a:gd name="csX4" fmla="*/ 0 w 21649"/>
              <a:gd name="csY4" fmla="*/ 0 h 219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649" h="21922">
                <a:moveTo>
                  <a:pt x="0" y="0"/>
                </a:moveTo>
                <a:lnTo>
                  <a:pt x="21600" y="0"/>
                </a:lnTo>
                <a:cubicBezTo>
                  <a:pt x="21600" y="5774"/>
                  <a:pt x="21649" y="14707"/>
                  <a:pt x="21649" y="20481"/>
                </a:cubicBezTo>
                <a:cubicBezTo>
                  <a:pt x="10849" y="20481"/>
                  <a:pt x="10800" y="23922"/>
                  <a:pt x="0" y="2017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 rtlCol="0" anchor="t">
            <a:noAutofit/>
          </a:bodyPr>
          <a:lstStyle/>
          <a:p>
            <a:pPr marL="457200" indent="-457200"/>
            <a:r>
              <a:rPr lang="en-US" dirty="0">
                <a:solidFill>
                  <a:srgbClr val="00CC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executable = least_squares.py</a:t>
            </a:r>
          </a:p>
          <a:p>
            <a:pPr marL="457200" indent="-457200"/>
            <a:endParaRPr lang="en-US" dirty="0">
              <a:solidFill>
                <a:srgbClr val="00CC00"/>
              </a:solidFill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>
                <a:solidFill>
                  <a:srgbClr val="00CC00"/>
                </a:solidFill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arguments = gapminder-life-expectancy.csv Brazil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  <a:p>
            <a:pPr marL="457200" indent="-457200"/>
            <a:r>
              <a:rPr lang="en-US" dirty="0" err="1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transfer_input_files</a:t>
            </a:r>
            <a:r>
              <a:rPr lang="en-US" dirty="0">
                <a:latin typeface="Cascadia Mono" panose="020B0609020000020004" pitchFamily="49" charset="0"/>
                <a:ea typeface="Cascadia Mono" panose="020B0609020000020004" pitchFamily="49" charset="0"/>
                <a:cs typeface="Cascadia Mono" panose="020B0609020000020004" pitchFamily="49" charset="0"/>
              </a:rPr>
              <a:t> = gapminder-life-expectancy.csv</a:t>
            </a:r>
          </a:p>
          <a:p>
            <a:pPr marL="457200" indent="-457200"/>
            <a:endParaRPr lang="en-US" dirty="0">
              <a:latin typeface="Cascadia Mono" panose="020B0609020000020004" pitchFamily="49" charset="0"/>
              <a:ea typeface="Cascadia Mono" panose="020B0609020000020004" pitchFamily="49" charset="0"/>
              <a:cs typeface="Cascadia Mono" panose="020B06090200000200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2E2BD6-BFD4-A2F2-BC70-82D9940D55C1}"/>
              </a:ext>
            </a:extLst>
          </p:cNvPr>
          <p:cNvSpPr txBox="1"/>
          <p:nvPr/>
        </p:nvSpPr>
        <p:spPr>
          <a:xfrm>
            <a:off x="457200" y="3181350"/>
            <a:ext cx="3818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Allows you to write command </a:t>
            </a:r>
            <a:r>
              <a:rPr lang="en-US" sz="1600" b="1" dirty="0"/>
              <a:t>exactly</a:t>
            </a:r>
            <a:r>
              <a:rPr lang="en-US" sz="1600" dirty="0"/>
              <a:t> as you run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Must transfer in executable script.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CA1F30-AB47-5D75-FAAE-6FF6C5DE1949}"/>
              </a:ext>
            </a:extLst>
          </p:cNvPr>
          <p:cNvSpPr txBox="1"/>
          <p:nvPr/>
        </p:nvSpPr>
        <p:spPr>
          <a:xfrm>
            <a:off x="4807527" y="3181350"/>
            <a:ext cx="38184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Breaks command into two pieces.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Executable script is </a:t>
            </a:r>
            <a:r>
              <a:rPr lang="en-US" sz="1600" b="1" dirty="0"/>
              <a:t>automatically transferred.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2F1994-2B87-D7A9-E0CB-68FA7BEA551C}"/>
              </a:ext>
            </a:extLst>
          </p:cNvPr>
          <p:cNvSpPr txBox="1"/>
          <p:nvPr/>
        </p:nvSpPr>
        <p:spPr>
          <a:xfrm>
            <a:off x="685800" y="4171950"/>
            <a:ext cx="79055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Both are valid! Use what you prefer!</a:t>
            </a:r>
          </a:p>
        </p:txBody>
      </p:sp>
    </p:spTree>
    <p:extLst>
      <p:ext uri="{BB962C8B-B14F-4D97-AF65-F5344CB8AC3E}">
        <p14:creationId xmlns:p14="http://schemas.microsoft.com/office/powerpoint/2010/main" val="6316578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CDA5F-7E6F-B41C-9100-2C9BFA51B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job went on “hold”!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09EC9-57EB-BAB7-1255-88C222885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The </a:t>
            </a:r>
            <a:r>
              <a:rPr lang="en-US" sz="2400" i="1" dirty="0"/>
              <a:t>hold (H)</a:t>
            </a:r>
            <a:r>
              <a:rPr lang="en-US" sz="2400" dirty="0"/>
              <a:t> state is </a:t>
            </a:r>
            <a:r>
              <a:rPr lang="en-US" sz="2400" dirty="0" err="1"/>
              <a:t>HTCondor’s</a:t>
            </a:r>
            <a:r>
              <a:rPr lang="en-US" sz="2400" dirty="0"/>
              <a:t> way of telling you that it thinks something’s wrong with the job and that </a:t>
            </a:r>
            <a:r>
              <a:rPr lang="en-US" sz="2400" b="1" i="1" u="sng" dirty="0"/>
              <a:t>you should review it</a:t>
            </a:r>
            <a:r>
              <a:rPr lang="en-US" sz="2400" i="1" u="sng" dirty="0"/>
              <a:t>!</a:t>
            </a:r>
          </a:p>
          <a:p>
            <a:r>
              <a:rPr lang="en-US" sz="2400" dirty="0"/>
              <a:t>Lots of things cause holds:</a:t>
            </a:r>
          </a:p>
          <a:p>
            <a:pPr lvl="1"/>
            <a:r>
              <a:rPr lang="en-US" sz="1800" dirty="0"/>
              <a:t>Unable to find an input file because of </a:t>
            </a:r>
            <a:r>
              <a:rPr lang="en-US" sz="1800" b="1" dirty="0"/>
              <a:t>typos</a:t>
            </a:r>
          </a:p>
          <a:p>
            <a:pPr lvl="1"/>
            <a:r>
              <a:rPr lang="en-US" sz="1800" dirty="0"/>
              <a:t>Job going over </a:t>
            </a:r>
            <a:r>
              <a:rPr lang="en-US" sz="1800" b="1" dirty="0"/>
              <a:t>resource allocations</a:t>
            </a:r>
            <a:r>
              <a:rPr lang="en-US" sz="1800" dirty="0"/>
              <a:t> (</a:t>
            </a:r>
            <a:r>
              <a:rPr lang="en-US" sz="1800" dirty="0" err="1"/>
              <a:t>cpu</a:t>
            </a:r>
            <a:r>
              <a:rPr lang="en-US" sz="1800" dirty="0"/>
              <a:t>, memory, disk)</a:t>
            </a:r>
          </a:p>
          <a:p>
            <a:pPr lvl="1"/>
            <a:r>
              <a:rPr lang="en-US" sz="1800" dirty="0"/>
              <a:t>Occasional </a:t>
            </a:r>
            <a:r>
              <a:rPr lang="en-US" sz="1800" b="1" dirty="0"/>
              <a:t>network issues</a:t>
            </a:r>
            <a:r>
              <a:rPr lang="en-US" sz="1800" dirty="0"/>
              <a:t> affecting file transfer</a:t>
            </a:r>
          </a:p>
          <a:p>
            <a:pPr lvl="1"/>
            <a:r>
              <a:rPr lang="en-US" sz="1800" dirty="0"/>
              <a:t>Jobs restarting too many times</a:t>
            </a: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24B09-62E1-F8B8-59FF-2BA135BADC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9727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F0543-5548-606B-7D94-030E03BAE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5AB6-B450-6F5F-60F2-7BA5C49D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job went on “hold”!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1A8A1-B12B-F5D9-73C9-2C5E37843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 b="1" dirty="0"/>
              <a:t>When this happens:</a:t>
            </a:r>
          </a:p>
          <a:p>
            <a:r>
              <a:rPr lang="en-US" sz="2000" dirty="0"/>
              <a:t>Run </a:t>
            </a:r>
            <a:r>
              <a:rPr lang="en-US" sz="2000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condor_q</a:t>
            </a:r>
            <a:r>
              <a:rPr lang="en-US" sz="2000" dirty="0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–hold</a:t>
            </a:r>
          </a:p>
          <a:p>
            <a:r>
              <a:rPr lang="en-US" sz="2000" dirty="0"/>
              <a:t>Read the message carefully and try to figure out the issue!</a:t>
            </a:r>
          </a:p>
          <a:p>
            <a:r>
              <a:rPr lang="en-US" sz="2000" dirty="0"/>
              <a:t>Fix the issue, then </a:t>
            </a:r>
            <a:r>
              <a:rPr lang="en-US" sz="2000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condor_release</a:t>
            </a:r>
            <a:r>
              <a:rPr lang="en-US" sz="2000" dirty="0">
                <a:solidFill>
                  <a:srgbClr val="0432FF"/>
                </a:solidFill>
              </a:rPr>
              <a:t> </a:t>
            </a:r>
            <a:r>
              <a:rPr lang="en-US" sz="2000" dirty="0"/>
              <a:t>or </a:t>
            </a:r>
            <a:r>
              <a:rPr lang="en-US" sz="2000" dirty="0" err="1">
                <a:solidFill>
                  <a:srgbClr val="0432F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condor_rm</a:t>
            </a:r>
            <a:r>
              <a:rPr lang="en-US" sz="2000" dirty="0">
                <a:solidFill>
                  <a:srgbClr val="0432FF"/>
                </a:solidFill>
              </a:rPr>
              <a:t> </a:t>
            </a:r>
            <a:r>
              <a:rPr lang="en-US" sz="2000" dirty="0"/>
              <a:t>then resubmit the job!</a:t>
            </a:r>
          </a:p>
          <a:p>
            <a:pPr marL="457093" lvl="1" indent="0">
              <a:buNone/>
            </a:pPr>
            <a:endParaRPr lang="en-US" sz="2000" dirty="0"/>
          </a:p>
          <a:p>
            <a:pPr marL="457093" lvl="1" indent="0">
              <a:buNone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3A455-5A11-EEF9-2D45-3852CE1A3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704EDED-A79F-9441-BA56-EB4E3B389F44}" type="slidenum">
              <a:rPr lang="en-US" smtClean="0"/>
              <a:pPr>
                <a:defRPr/>
              </a:pPr>
              <a:t>50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F51179-DBD8-131A-23D5-93C5674DEDC2}"/>
              </a:ext>
            </a:extLst>
          </p:cNvPr>
          <p:cNvSpPr txBox="1"/>
          <p:nvPr/>
        </p:nvSpPr>
        <p:spPr>
          <a:xfrm>
            <a:off x="533400" y="4248150"/>
            <a:ext cx="838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i="1" dirty="0">
                <a:solidFill>
                  <a:schemeClr val="accent4"/>
                </a:solidFill>
              </a:rPr>
              <a:t>You can always ask for help in understanding the hold message!</a:t>
            </a:r>
          </a:p>
        </p:txBody>
      </p:sp>
    </p:spTree>
    <p:extLst>
      <p:ext uri="{BB962C8B-B14F-4D97-AF65-F5344CB8AC3E}">
        <p14:creationId xmlns:p14="http://schemas.microsoft.com/office/powerpoint/2010/main" val="4099917257"/>
      </p:ext>
    </p:extLst>
  </p:cSld>
  <p:clrMapOvr>
    <a:masterClrMapping/>
  </p:clrMapOvr>
</p:sld>
</file>

<file path=ppt/theme/theme1.xml><?xml version="1.0" encoding="utf-8"?>
<a:theme xmlns:a="http://schemas.openxmlformats.org/drawingml/2006/main" name="OSG-Summer-School-Templat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Japanese Art">
      <a:majorFont>
        <a:latin typeface="Futura"/>
        <a:ea typeface="ＭＳ Ｐゴシック"/>
        <a:cs typeface="ＭＳ Ｐゴシック"/>
      </a:majorFont>
      <a:minorFont>
        <a:latin typeface="Arial"/>
        <a:ea typeface="ＭＳ Ｐゴシック"/>
        <a:cs typeface="ＭＳ Ｐゴシック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Char char="•"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Japanese Art 1">
        <a:dk1>
          <a:srgbClr val="000000"/>
        </a:dk1>
        <a:lt1>
          <a:srgbClr val="D9C641"/>
        </a:lt1>
        <a:dk2>
          <a:srgbClr val="23005F"/>
        </a:dk2>
        <a:lt2>
          <a:srgbClr val="808080"/>
        </a:lt2>
        <a:accent1>
          <a:srgbClr val="C70000"/>
        </a:accent1>
        <a:accent2>
          <a:srgbClr val="5554FF"/>
        </a:accent2>
        <a:accent3>
          <a:srgbClr val="E9DFB0"/>
        </a:accent3>
        <a:accent4>
          <a:srgbClr val="000000"/>
        </a:accent4>
        <a:accent5>
          <a:srgbClr val="E0AAAA"/>
        </a:accent5>
        <a:accent6>
          <a:srgbClr val="4C4BE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18657</TotalTime>
  <Words>3825</Words>
  <Application>Microsoft Office PowerPoint</Application>
  <PresentationFormat>On-screen Show (16:9)</PresentationFormat>
  <Paragraphs>616</Paragraphs>
  <Slides>50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1" baseType="lpstr">
      <vt:lpstr>Courier</vt:lpstr>
      <vt:lpstr>Futura</vt:lpstr>
      <vt:lpstr>Arial</vt:lpstr>
      <vt:lpstr>Calibri</vt:lpstr>
      <vt:lpstr>Cascadia Code</vt:lpstr>
      <vt:lpstr>Cascadia Mono</vt:lpstr>
      <vt:lpstr>Playpen Sans</vt:lpstr>
      <vt:lpstr>Symbol</vt:lpstr>
      <vt:lpstr>Times</vt:lpstr>
      <vt:lpstr>Wingdings</vt:lpstr>
      <vt:lpstr>OSG-Summer-School-Template</vt:lpstr>
      <vt:lpstr>Introduction to Job Submission with HTCondor</vt:lpstr>
      <vt:lpstr>Objective</vt:lpstr>
      <vt:lpstr>PowerPoint Presentation</vt:lpstr>
      <vt:lpstr>History of HTCondor</vt:lpstr>
      <vt:lpstr>HTCondor History and Status</vt:lpstr>
      <vt:lpstr>How does HTCondor work?</vt:lpstr>
      <vt:lpstr>HTCondor — How It Works</vt:lpstr>
      <vt:lpstr>HTCondor — How It Works</vt:lpstr>
      <vt:lpstr>HTCondor — How It Works</vt:lpstr>
      <vt:lpstr>Basics of submitting jobs</vt:lpstr>
      <vt:lpstr>HTCondor — How It Works</vt:lpstr>
      <vt:lpstr>Terminology: Job</vt:lpstr>
      <vt:lpstr>Components of a job</vt:lpstr>
      <vt:lpstr>Components of a job</vt:lpstr>
      <vt:lpstr>Job Example</vt:lpstr>
      <vt:lpstr>Job Example</vt:lpstr>
      <vt:lpstr>HTCondor Submit File</vt:lpstr>
      <vt:lpstr>container_image</vt:lpstr>
      <vt:lpstr>shell</vt:lpstr>
      <vt:lpstr>transfer_input_files</vt:lpstr>
      <vt:lpstr>What about output files?</vt:lpstr>
      <vt:lpstr>log, output, error</vt:lpstr>
      <vt:lpstr>Resource requests</vt:lpstr>
      <vt:lpstr>Resource requests</vt:lpstr>
      <vt:lpstr>HTCondor Submit File</vt:lpstr>
      <vt:lpstr>Let’s pause!</vt:lpstr>
      <vt:lpstr>HTCondor — How It Works</vt:lpstr>
      <vt:lpstr>Submitting and monitoring HTCondor jobs</vt:lpstr>
      <vt:lpstr>Submitting and Monitoring</vt:lpstr>
      <vt:lpstr>More about condor_q</vt:lpstr>
      <vt:lpstr>More about condor_q</vt:lpstr>
      <vt:lpstr>HTCondor — How It Works</vt:lpstr>
      <vt:lpstr>Job Idle</vt:lpstr>
      <vt:lpstr>Job Starts</vt:lpstr>
      <vt:lpstr>Job Running</vt:lpstr>
      <vt:lpstr>Job Completes</vt:lpstr>
      <vt:lpstr>Job Completes (cont.)</vt:lpstr>
      <vt:lpstr>Watching Job Progress with condor_watch_q</vt:lpstr>
      <vt:lpstr>Watching Progress of Jobs</vt:lpstr>
      <vt:lpstr>Watching Progress of Jobs</vt:lpstr>
      <vt:lpstr>Watching Progress of Jobs</vt:lpstr>
      <vt:lpstr>Watching Progress of Jobs</vt:lpstr>
      <vt:lpstr>Reviewing Completed Jobs</vt:lpstr>
      <vt:lpstr>Log File</vt:lpstr>
      <vt:lpstr>Reviewing Jobs</vt:lpstr>
      <vt:lpstr>Questions?</vt:lpstr>
      <vt:lpstr>Supplementary slides</vt:lpstr>
      <vt:lpstr>shell VS executable+arguments</vt:lpstr>
      <vt:lpstr>My job went on “hold”!</vt:lpstr>
      <vt:lpstr>My job went on “hold”!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gthain</dc:creator>
  <cp:lastModifiedBy>Amber Lim</cp:lastModifiedBy>
  <cp:revision>392</cp:revision>
  <cp:lastPrinted>2017-07-16T13:35:46Z</cp:lastPrinted>
  <dcterms:modified xsi:type="dcterms:W3CDTF">2026-07-13T04:58:33Z</dcterms:modified>
</cp:coreProperties>
</file>